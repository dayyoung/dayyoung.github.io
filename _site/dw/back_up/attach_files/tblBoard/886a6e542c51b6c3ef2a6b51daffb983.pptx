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diagrams/quickStyle9.xml" ContentType="application/vnd.openxmlformats-officedocument.drawingml.diagramStyle+xml"/>
  <Override PartName="/ppt/notesSlides/notesSlide7.xml" ContentType="application/vnd.openxmlformats-officedocument.presentationml.notesSlid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layout13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layout11.xml" ContentType="application/vnd.openxmlformats-officedocument.drawingml.diagram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diagrams/colors1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diagrams/colors10.xml" ContentType="application/vnd.openxmlformats-officedocument.drawingml.diagramColor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diagrams/quickStyle1.xml" ContentType="application/vnd.openxmlformats-officedocument.drawingml.diagramStyle+xml"/>
  <Default Extension="jpeg" ContentType="image/jpeg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diagrams/layout6.xml" ContentType="application/vnd.openxmlformats-officedocument.drawingml.diagramLayout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diagrams/data11.xml" ContentType="application/vnd.openxmlformats-officedocument.drawingml.diagramData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rawing9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09" r:id="rId1"/>
    <p:sldMasterId id="2147483721" r:id="rId2"/>
  </p:sldMasterIdLst>
  <p:notesMasterIdLst>
    <p:notesMasterId r:id="rId21"/>
  </p:notesMasterIdLst>
  <p:sldIdLst>
    <p:sldId id="256" r:id="rId3"/>
    <p:sldId id="257" r:id="rId4"/>
    <p:sldId id="275" r:id="rId5"/>
    <p:sldId id="276" r:id="rId6"/>
    <p:sldId id="277" r:id="rId7"/>
    <p:sldId id="278" r:id="rId8"/>
    <p:sldId id="273" r:id="rId9"/>
    <p:sldId id="279" r:id="rId10"/>
    <p:sldId id="272" r:id="rId11"/>
    <p:sldId id="285" r:id="rId12"/>
    <p:sldId id="280" r:id="rId13"/>
    <p:sldId id="281" r:id="rId14"/>
    <p:sldId id="282" r:id="rId15"/>
    <p:sldId id="284" r:id="rId16"/>
    <p:sldId id="260" r:id="rId17"/>
    <p:sldId id="261" r:id="rId18"/>
    <p:sldId id="283" r:id="rId19"/>
    <p:sldId id="286" r:id="rId20"/>
  </p:sldIdLst>
  <p:sldSz cx="9144000" cy="6858000" type="screen4x3"/>
  <p:notesSz cx="6877050" cy="10001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류시채" initials="류시채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3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980" y="-78"/>
      </p:cViewPr>
      <p:guideLst>
        <p:guide orient="horz" pos="3150"/>
        <p:guide pos="216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43C5CC-2F73-47C8-B55C-2EE2F30338F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C30F5107-9AD5-4443-9A3D-C86E5707A61D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1.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개요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74C9AF24-0F02-4C48-8A2B-B9889E4F11A1}" type="parTrans" cxnId="{ABB6A0B2-C782-43D9-ADA9-E9401DCCAE6E}">
      <dgm:prSet/>
      <dgm:spPr/>
      <dgm:t>
        <a:bodyPr/>
        <a:lstStyle/>
        <a:p>
          <a:pPr latinLnBrk="1"/>
          <a:endParaRPr lang="ko-KR" altLang="en-US" sz="1400"/>
        </a:p>
      </dgm:t>
    </dgm:pt>
    <dgm:pt modelId="{B68DFA3C-01C6-4D49-B59F-7573356541E2}" type="sibTrans" cxnId="{ABB6A0B2-C782-43D9-ADA9-E9401DCCAE6E}">
      <dgm:prSet/>
      <dgm:spPr/>
      <dgm:t>
        <a:bodyPr/>
        <a:lstStyle/>
        <a:p>
          <a:pPr latinLnBrk="1"/>
          <a:endParaRPr lang="ko-KR" altLang="en-US" sz="1400"/>
        </a:p>
      </dgm:t>
    </dgm:pt>
    <dgm:pt modelId="{B9A4A72E-269B-4965-B0EE-BBDE7AF4D90B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2.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회사비전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C4CCB9D0-42DE-4DFA-BE64-33D59597F32F}" type="parTrans" cxnId="{54500815-5622-4132-B2BF-A26416FFE3F7}">
      <dgm:prSet/>
      <dgm:spPr/>
      <dgm:t>
        <a:bodyPr/>
        <a:lstStyle/>
        <a:p>
          <a:pPr latinLnBrk="1"/>
          <a:endParaRPr lang="ko-KR" altLang="en-US" sz="1400"/>
        </a:p>
      </dgm:t>
    </dgm:pt>
    <dgm:pt modelId="{349A1F89-4120-4E56-9BA8-D4173973CBFA}" type="sibTrans" cxnId="{54500815-5622-4132-B2BF-A26416FFE3F7}">
      <dgm:prSet/>
      <dgm:spPr/>
      <dgm:t>
        <a:bodyPr/>
        <a:lstStyle/>
        <a:p>
          <a:pPr latinLnBrk="1"/>
          <a:endParaRPr lang="ko-KR" altLang="en-US" sz="1400"/>
        </a:p>
      </dgm:t>
    </dgm:pt>
    <dgm:pt modelId="{728EC502-FB7B-48C3-AC09-06C4FE78CFFE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3.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사업목표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8E8631BB-B036-4587-B6CD-2B10EF121D1B}" type="parTrans" cxnId="{BDA546DF-EB7B-4087-9F10-BF1D4D016BCB}">
      <dgm:prSet/>
      <dgm:spPr/>
      <dgm:t>
        <a:bodyPr/>
        <a:lstStyle/>
        <a:p>
          <a:pPr latinLnBrk="1"/>
          <a:endParaRPr lang="ko-KR" altLang="en-US" sz="1400"/>
        </a:p>
      </dgm:t>
    </dgm:pt>
    <dgm:pt modelId="{AFFCDC20-096D-49C2-84BC-049C4679D9B1}" type="sibTrans" cxnId="{BDA546DF-EB7B-4087-9F10-BF1D4D016BCB}">
      <dgm:prSet/>
      <dgm:spPr/>
      <dgm:t>
        <a:bodyPr/>
        <a:lstStyle/>
        <a:p>
          <a:pPr latinLnBrk="1"/>
          <a:endParaRPr lang="ko-KR" altLang="en-US" sz="1400"/>
        </a:p>
      </dgm:t>
    </dgm:pt>
    <dgm:pt modelId="{76C4A58F-0844-40D0-A961-49078BE9E85C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5.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주요 거래처 현황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53A7530A-C85A-4FC7-A819-315A902FB452}" type="parTrans" cxnId="{2E961C6D-7F83-4628-BBB8-AB817DA1F325}">
      <dgm:prSet/>
      <dgm:spPr/>
      <dgm:t>
        <a:bodyPr/>
        <a:lstStyle/>
        <a:p>
          <a:pPr latinLnBrk="1"/>
          <a:endParaRPr lang="ko-KR" altLang="en-US" sz="1400"/>
        </a:p>
      </dgm:t>
    </dgm:pt>
    <dgm:pt modelId="{2E680D4B-C402-492E-B126-E65386C61ED7}" type="sibTrans" cxnId="{2E961C6D-7F83-4628-BBB8-AB817DA1F325}">
      <dgm:prSet/>
      <dgm:spPr/>
      <dgm:t>
        <a:bodyPr/>
        <a:lstStyle/>
        <a:p>
          <a:pPr latinLnBrk="1"/>
          <a:endParaRPr lang="ko-KR" altLang="en-US" sz="1400"/>
        </a:p>
      </dgm:t>
    </dgm:pt>
    <dgm:pt modelId="{358FFA14-E70D-419B-89A8-E24F51842C80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6.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협력체계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CBB46F8C-5931-4334-8C89-58A8592CFACF}" type="parTrans" cxnId="{EA94AC41-A38C-4247-ABEA-275719158DB1}">
      <dgm:prSet/>
      <dgm:spPr/>
      <dgm:t>
        <a:bodyPr/>
        <a:lstStyle/>
        <a:p>
          <a:pPr latinLnBrk="1"/>
          <a:endParaRPr lang="ko-KR" altLang="en-US" sz="1400"/>
        </a:p>
      </dgm:t>
    </dgm:pt>
    <dgm:pt modelId="{AEB03256-1BA3-415D-8C10-17DCD1EA9179}" type="sibTrans" cxnId="{EA94AC41-A38C-4247-ABEA-275719158DB1}">
      <dgm:prSet/>
      <dgm:spPr/>
      <dgm:t>
        <a:bodyPr/>
        <a:lstStyle/>
        <a:p>
          <a:pPr latinLnBrk="1"/>
          <a:endParaRPr lang="ko-KR" altLang="en-US" sz="1400"/>
        </a:p>
      </dgm:t>
    </dgm:pt>
    <dgm:pt modelId="{76F93B4A-3E75-4155-92D6-3BC7E6C8480B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4.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주요사업분야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8615217D-4531-4739-9E48-7004F9DF190E}" type="parTrans" cxnId="{C0B2F38D-AADD-4354-8A1E-E6ED0CD79D52}">
      <dgm:prSet/>
      <dgm:spPr/>
      <dgm:t>
        <a:bodyPr/>
        <a:lstStyle/>
        <a:p>
          <a:pPr latinLnBrk="1"/>
          <a:endParaRPr lang="ko-KR" altLang="en-US" sz="1400"/>
        </a:p>
      </dgm:t>
    </dgm:pt>
    <dgm:pt modelId="{7B0A4267-CA25-4074-8AAE-77683BD421D0}" type="sibTrans" cxnId="{C0B2F38D-AADD-4354-8A1E-E6ED0CD79D52}">
      <dgm:prSet/>
      <dgm:spPr/>
      <dgm:t>
        <a:bodyPr/>
        <a:lstStyle/>
        <a:p>
          <a:pPr latinLnBrk="1"/>
          <a:endParaRPr lang="ko-KR" altLang="en-US" sz="1400"/>
        </a:p>
      </dgm:t>
    </dgm:pt>
    <dgm:pt modelId="{CF8E9256-1A9D-48DC-B8E3-BA41D1D6BA74}">
      <dgm:prSet phldrT="[텍스트]" custT="1"/>
      <dgm:spPr>
        <a:solidFill>
          <a:schemeClr val="accent3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7. </a:t>
          </a:r>
          <a:r>
            <a:rPr lang="ko-KR" altLang="en-US" sz="1400" b="1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향후 발전 계획</a:t>
          </a:r>
          <a:endParaRPr lang="ko-KR" altLang="en-US" sz="1400" b="1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gm:t>
    </dgm:pt>
    <dgm:pt modelId="{C77586F4-1E3F-4B7E-9781-7FFF8C9F3E92}" type="parTrans" cxnId="{161566C5-91F6-402F-B559-69F814A03BAE}">
      <dgm:prSet/>
      <dgm:spPr/>
      <dgm:t>
        <a:bodyPr/>
        <a:lstStyle/>
        <a:p>
          <a:pPr latinLnBrk="1"/>
          <a:endParaRPr lang="ko-KR" altLang="en-US" sz="1400"/>
        </a:p>
      </dgm:t>
    </dgm:pt>
    <dgm:pt modelId="{E27ECA5D-F387-4AAD-9156-5B43A7BBC571}" type="sibTrans" cxnId="{161566C5-91F6-402F-B559-69F814A03BAE}">
      <dgm:prSet/>
      <dgm:spPr/>
      <dgm:t>
        <a:bodyPr/>
        <a:lstStyle/>
        <a:p>
          <a:pPr latinLnBrk="1"/>
          <a:endParaRPr lang="ko-KR" altLang="en-US" sz="1400"/>
        </a:p>
      </dgm:t>
    </dgm:pt>
    <dgm:pt modelId="{F9C630DA-DE2A-4EE0-8909-34DF63209B69}" type="pres">
      <dgm:prSet presAssocID="{5443C5CC-2F73-47C8-B55C-2EE2F30338FF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F9B2AC1-9E3F-4FFA-BDAA-6C9E7DD86BC8}" type="pres">
      <dgm:prSet presAssocID="{C30F5107-9AD5-4443-9A3D-C86E5707A61D}" presName="parentLin" presStyleCnt="0"/>
      <dgm:spPr/>
    </dgm:pt>
    <dgm:pt modelId="{BA2ABC76-02E2-437A-9A30-E32DB9A90124}" type="pres">
      <dgm:prSet presAssocID="{C30F5107-9AD5-4443-9A3D-C86E5707A61D}" presName="parentLeftMargin" presStyleLbl="node1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49B7583A-32CF-417A-B756-E6C264032AB8}" type="pres">
      <dgm:prSet presAssocID="{C30F5107-9AD5-4443-9A3D-C86E5707A61D}" presName="parentText" presStyleLbl="node1" presStyleIdx="0" presStyleCnt="7" custLinFactNeighborX="0" custLinFactNeighborY="786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1F2B4E-4F25-48A5-B2F0-8ABE9E802029}" type="pres">
      <dgm:prSet presAssocID="{C30F5107-9AD5-4443-9A3D-C86E5707A61D}" presName="negativeSpace" presStyleCnt="0"/>
      <dgm:spPr/>
    </dgm:pt>
    <dgm:pt modelId="{FD3D32EE-4D12-4C35-AABB-E49B782F0D79}" type="pres">
      <dgm:prSet presAssocID="{C30F5107-9AD5-4443-9A3D-C86E5707A61D}" presName="childText" presStyleLbl="conFgAcc1" presStyleIdx="0" presStyleCnt="7">
        <dgm:presLayoutVars>
          <dgm:bulletEnabled val="1"/>
        </dgm:presLayoutVars>
      </dgm:prSet>
      <dgm:spPr/>
    </dgm:pt>
    <dgm:pt modelId="{2A40AF8D-E977-4D8A-955C-AEECAC74584A}" type="pres">
      <dgm:prSet presAssocID="{B68DFA3C-01C6-4D49-B59F-7573356541E2}" presName="spaceBetweenRectangles" presStyleCnt="0"/>
      <dgm:spPr/>
    </dgm:pt>
    <dgm:pt modelId="{74D57992-E4BF-44E7-934C-514E2100F621}" type="pres">
      <dgm:prSet presAssocID="{B9A4A72E-269B-4965-B0EE-BBDE7AF4D90B}" presName="parentLin" presStyleCnt="0"/>
      <dgm:spPr/>
    </dgm:pt>
    <dgm:pt modelId="{73D714E1-AB58-4384-92C1-ABCEDE93C0D4}" type="pres">
      <dgm:prSet presAssocID="{B9A4A72E-269B-4965-B0EE-BBDE7AF4D90B}" presName="parentLeftMargin" presStyleLbl="node1" presStyleIdx="0" presStyleCnt="7"/>
      <dgm:spPr/>
      <dgm:t>
        <a:bodyPr/>
        <a:lstStyle/>
        <a:p>
          <a:pPr latinLnBrk="1"/>
          <a:endParaRPr lang="ko-KR" altLang="en-US"/>
        </a:p>
      </dgm:t>
    </dgm:pt>
    <dgm:pt modelId="{151DEF19-D95F-4E44-BABA-6A815CD66663}" type="pres">
      <dgm:prSet presAssocID="{B9A4A72E-269B-4965-B0EE-BBDE7AF4D90B}" presName="parentText" presStyleLbl="node1" presStyleIdx="1" presStyleCnt="7" custLinFactNeighborX="0" custLinFactNeighborY="786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3B90176-FF74-4C08-8981-5034A0883FE3}" type="pres">
      <dgm:prSet presAssocID="{B9A4A72E-269B-4965-B0EE-BBDE7AF4D90B}" presName="negativeSpace" presStyleCnt="0"/>
      <dgm:spPr/>
    </dgm:pt>
    <dgm:pt modelId="{7CE7018E-2B39-4708-B8DE-882A5BBDF8BA}" type="pres">
      <dgm:prSet presAssocID="{B9A4A72E-269B-4965-B0EE-BBDE7AF4D90B}" presName="childText" presStyleLbl="conFgAcc1" presStyleIdx="1" presStyleCnt="7">
        <dgm:presLayoutVars>
          <dgm:bulletEnabled val="1"/>
        </dgm:presLayoutVars>
      </dgm:prSet>
      <dgm:spPr/>
    </dgm:pt>
    <dgm:pt modelId="{CBCDD404-D7DF-4777-8ACA-71D72E79CEDB}" type="pres">
      <dgm:prSet presAssocID="{349A1F89-4120-4E56-9BA8-D4173973CBFA}" presName="spaceBetweenRectangles" presStyleCnt="0"/>
      <dgm:spPr/>
    </dgm:pt>
    <dgm:pt modelId="{15F3934F-5C77-4EBB-87CE-B44C71CE5C12}" type="pres">
      <dgm:prSet presAssocID="{728EC502-FB7B-48C3-AC09-06C4FE78CFFE}" presName="parentLin" presStyleCnt="0"/>
      <dgm:spPr/>
    </dgm:pt>
    <dgm:pt modelId="{89D321A7-FA2F-4E98-A0AA-6DAA9D71386B}" type="pres">
      <dgm:prSet presAssocID="{728EC502-FB7B-48C3-AC09-06C4FE78CFFE}" presName="parentLeftMargin" presStyleLbl="node1" presStyleIdx="1" presStyleCnt="7"/>
      <dgm:spPr/>
      <dgm:t>
        <a:bodyPr/>
        <a:lstStyle/>
        <a:p>
          <a:pPr latinLnBrk="1"/>
          <a:endParaRPr lang="ko-KR" altLang="en-US"/>
        </a:p>
      </dgm:t>
    </dgm:pt>
    <dgm:pt modelId="{5D88DA95-BF82-4C3E-B649-D5850BAE6751}" type="pres">
      <dgm:prSet presAssocID="{728EC502-FB7B-48C3-AC09-06C4FE78CFFE}" presName="parentText" presStyleLbl="node1" presStyleIdx="2" presStyleCnt="7" custLinFactNeighborX="2263" custLinFactNeighborY="-3256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A524ACD-8E7D-4984-AA3D-C42E535E799D}" type="pres">
      <dgm:prSet presAssocID="{728EC502-FB7B-48C3-AC09-06C4FE78CFFE}" presName="negativeSpace" presStyleCnt="0"/>
      <dgm:spPr/>
    </dgm:pt>
    <dgm:pt modelId="{C44B09D6-016F-4FCB-A17A-1D11FEA23E12}" type="pres">
      <dgm:prSet presAssocID="{728EC502-FB7B-48C3-AC09-06C4FE78CFFE}" presName="childText" presStyleLbl="conFgAcc1" presStyleIdx="2" presStyleCnt="7">
        <dgm:presLayoutVars>
          <dgm:bulletEnabled val="1"/>
        </dgm:presLayoutVars>
      </dgm:prSet>
      <dgm:spPr/>
    </dgm:pt>
    <dgm:pt modelId="{55C27711-1D93-4260-B6D9-2E33ACA0CA08}" type="pres">
      <dgm:prSet presAssocID="{AFFCDC20-096D-49C2-84BC-049C4679D9B1}" presName="spaceBetweenRectangles" presStyleCnt="0"/>
      <dgm:spPr/>
    </dgm:pt>
    <dgm:pt modelId="{26A6AD3D-56B3-46A0-BE91-5108ACFA8344}" type="pres">
      <dgm:prSet presAssocID="{76F93B4A-3E75-4155-92D6-3BC7E6C8480B}" presName="parentLin" presStyleCnt="0"/>
      <dgm:spPr/>
    </dgm:pt>
    <dgm:pt modelId="{393E2656-220C-43CF-8A46-F2F46D468908}" type="pres">
      <dgm:prSet presAssocID="{76F93B4A-3E75-4155-92D6-3BC7E6C8480B}" presName="parentLeftMargin" presStyleLbl="node1" presStyleIdx="2" presStyleCnt="7"/>
      <dgm:spPr/>
      <dgm:t>
        <a:bodyPr/>
        <a:lstStyle/>
        <a:p>
          <a:pPr latinLnBrk="1"/>
          <a:endParaRPr lang="ko-KR" altLang="en-US"/>
        </a:p>
      </dgm:t>
    </dgm:pt>
    <dgm:pt modelId="{46BF2974-933D-4828-BA05-8B413C4F99DC}" type="pres">
      <dgm:prSet presAssocID="{76F93B4A-3E75-4155-92D6-3BC7E6C8480B}" presName="parentText" presStyleLbl="node1" presStyleIdx="3" presStyleCnt="7" custLinFactNeighborX="2263" custLinFactNeighborY="-102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1969821-546C-47FD-9BBB-E049CD8A9EF2}" type="pres">
      <dgm:prSet presAssocID="{76F93B4A-3E75-4155-92D6-3BC7E6C8480B}" presName="negativeSpace" presStyleCnt="0"/>
      <dgm:spPr/>
    </dgm:pt>
    <dgm:pt modelId="{E3612A5C-80C6-4A7B-B2B8-4D854D604056}" type="pres">
      <dgm:prSet presAssocID="{76F93B4A-3E75-4155-92D6-3BC7E6C8480B}" presName="childText" presStyleLbl="conFgAcc1" presStyleIdx="3" presStyleCnt="7">
        <dgm:presLayoutVars>
          <dgm:bulletEnabled val="1"/>
        </dgm:presLayoutVars>
      </dgm:prSet>
      <dgm:spPr/>
    </dgm:pt>
    <dgm:pt modelId="{629BF19B-6AB4-4FCA-A299-D187914BA23F}" type="pres">
      <dgm:prSet presAssocID="{7B0A4267-CA25-4074-8AAE-77683BD421D0}" presName="spaceBetweenRectangles" presStyleCnt="0"/>
      <dgm:spPr/>
    </dgm:pt>
    <dgm:pt modelId="{2EC3B12A-2629-4BEE-956A-5EC4E35948D4}" type="pres">
      <dgm:prSet presAssocID="{76C4A58F-0844-40D0-A961-49078BE9E85C}" presName="parentLin" presStyleCnt="0"/>
      <dgm:spPr/>
    </dgm:pt>
    <dgm:pt modelId="{3CB8F34C-0888-4D6F-AE76-75B9A1752663}" type="pres">
      <dgm:prSet presAssocID="{76C4A58F-0844-40D0-A961-49078BE9E85C}" presName="parentLeftMargin" presStyleLbl="node1" presStyleIdx="3" presStyleCnt="7"/>
      <dgm:spPr/>
      <dgm:t>
        <a:bodyPr/>
        <a:lstStyle/>
        <a:p>
          <a:pPr latinLnBrk="1"/>
          <a:endParaRPr lang="ko-KR" altLang="en-US"/>
        </a:p>
      </dgm:t>
    </dgm:pt>
    <dgm:pt modelId="{103F207B-5C16-42D5-98C7-6CD8371D9EB6}" type="pres">
      <dgm:prSet presAssocID="{76C4A58F-0844-40D0-A961-49078BE9E85C}" presName="parentText" presStyleLbl="node1" presStyleIdx="4" presStyleCnt="7" custLinFactNeighborX="2263" custLinFactNeighborY="3051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B50E1A4-AC86-4363-AF2D-335A405F2292}" type="pres">
      <dgm:prSet presAssocID="{76C4A58F-0844-40D0-A961-49078BE9E85C}" presName="negativeSpace" presStyleCnt="0"/>
      <dgm:spPr/>
    </dgm:pt>
    <dgm:pt modelId="{EEC4FB2B-FA56-4C99-B470-807996E6C6A5}" type="pres">
      <dgm:prSet presAssocID="{76C4A58F-0844-40D0-A961-49078BE9E85C}" presName="childText" presStyleLbl="conFgAcc1" presStyleIdx="4" presStyleCnt="7">
        <dgm:presLayoutVars>
          <dgm:bulletEnabled val="1"/>
        </dgm:presLayoutVars>
      </dgm:prSet>
      <dgm:spPr/>
    </dgm:pt>
    <dgm:pt modelId="{949E97AA-858A-4699-9432-45B91F4F6EDB}" type="pres">
      <dgm:prSet presAssocID="{2E680D4B-C402-492E-B126-E65386C61ED7}" presName="spaceBetweenRectangles" presStyleCnt="0"/>
      <dgm:spPr/>
    </dgm:pt>
    <dgm:pt modelId="{A16642AF-041A-4D5F-9AA3-76C958DD957A}" type="pres">
      <dgm:prSet presAssocID="{358FFA14-E70D-419B-89A8-E24F51842C80}" presName="parentLin" presStyleCnt="0"/>
      <dgm:spPr/>
    </dgm:pt>
    <dgm:pt modelId="{86FEA0F7-7821-4063-B65C-F60F607A0119}" type="pres">
      <dgm:prSet presAssocID="{358FFA14-E70D-419B-89A8-E24F51842C80}" presName="parentLeftMargin" presStyleLbl="node1" presStyleIdx="4" presStyleCnt="7"/>
      <dgm:spPr/>
      <dgm:t>
        <a:bodyPr/>
        <a:lstStyle/>
        <a:p>
          <a:pPr latinLnBrk="1"/>
          <a:endParaRPr lang="ko-KR" altLang="en-US"/>
        </a:p>
      </dgm:t>
    </dgm:pt>
    <dgm:pt modelId="{43B337CA-8236-4419-AF21-08636B50949C}" type="pres">
      <dgm:prSet presAssocID="{358FFA14-E70D-419B-89A8-E24F51842C80}" presName="parentText" presStyleLbl="node1" presStyleIdx="5" presStyleCnt="7" custLinFactNeighborX="19743" custLinFactNeighborY="-667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96F1A6D-2E26-4F8C-9BC6-2EA9A55CAED5}" type="pres">
      <dgm:prSet presAssocID="{358FFA14-E70D-419B-89A8-E24F51842C80}" presName="negativeSpace" presStyleCnt="0"/>
      <dgm:spPr/>
    </dgm:pt>
    <dgm:pt modelId="{B3B61CA3-B1A9-408E-9E7F-4ECF168E78EB}" type="pres">
      <dgm:prSet presAssocID="{358FFA14-E70D-419B-89A8-E24F51842C80}" presName="childText" presStyleLbl="conFgAcc1" presStyleIdx="5" presStyleCnt="7">
        <dgm:presLayoutVars>
          <dgm:bulletEnabled val="1"/>
        </dgm:presLayoutVars>
      </dgm:prSet>
      <dgm:spPr/>
    </dgm:pt>
    <dgm:pt modelId="{250E33C9-DEA3-420C-BD98-7264E07F8FBF}" type="pres">
      <dgm:prSet presAssocID="{AEB03256-1BA3-415D-8C10-17DCD1EA9179}" presName="spaceBetweenRectangles" presStyleCnt="0"/>
      <dgm:spPr/>
    </dgm:pt>
    <dgm:pt modelId="{C1431657-38F8-42AE-B3CE-8439BD06BF46}" type="pres">
      <dgm:prSet presAssocID="{CF8E9256-1A9D-48DC-B8E3-BA41D1D6BA74}" presName="parentLin" presStyleCnt="0"/>
      <dgm:spPr/>
    </dgm:pt>
    <dgm:pt modelId="{3061C490-DF4C-4865-A665-95C703387EC1}" type="pres">
      <dgm:prSet presAssocID="{CF8E9256-1A9D-48DC-B8E3-BA41D1D6BA74}" presName="parentLeftMargin" presStyleLbl="node1" presStyleIdx="5" presStyleCnt="7"/>
      <dgm:spPr/>
      <dgm:t>
        <a:bodyPr/>
        <a:lstStyle/>
        <a:p>
          <a:pPr latinLnBrk="1"/>
          <a:endParaRPr lang="ko-KR" altLang="en-US"/>
        </a:p>
      </dgm:t>
    </dgm:pt>
    <dgm:pt modelId="{2EA1C306-068C-414D-82D1-D1C4EA479524}" type="pres">
      <dgm:prSet presAssocID="{CF8E9256-1A9D-48DC-B8E3-BA41D1D6BA74}" presName="parentText" presStyleLbl="node1" presStyleIdx="6" presStyleCnt="7" custLinFactNeighborX="2263" custLinFactNeighborY="935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46E291B-30DB-41B7-A659-AF7D45F01CC5}" type="pres">
      <dgm:prSet presAssocID="{CF8E9256-1A9D-48DC-B8E3-BA41D1D6BA74}" presName="negativeSpace" presStyleCnt="0"/>
      <dgm:spPr/>
    </dgm:pt>
    <dgm:pt modelId="{968CD163-B7A4-4371-9526-26401128BFA6}" type="pres">
      <dgm:prSet presAssocID="{CF8E9256-1A9D-48DC-B8E3-BA41D1D6BA74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6E45C3A8-92C9-4C70-A8E0-8EA310666A59}" type="presOf" srcId="{5443C5CC-2F73-47C8-B55C-2EE2F30338FF}" destId="{F9C630DA-DE2A-4EE0-8909-34DF63209B69}" srcOrd="0" destOrd="0" presId="urn:microsoft.com/office/officeart/2005/8/layout/list1"/>
    <dgm:cxn modelId="{9587965C-57AF-4CD1-9353-B04FAB5B6EAE}" type="presOf" srcId="{C30F5107-9AD5-4443-9A3D-C86E5707A61D}" destId="{BA2ABC76-02E2-437A-9A30-E32DB9A90124}" srcOrd="0" destOrd="0" presId="urn:microsoft.com/office/officeart/2005/8/layout/list1"/>
    <dgm:cxn modelId="{B2451E95-254C-4FF6-BF40-C7E9DEE12125}" type="presOf" srcId="{358FFA14-E70D-419B-89A8-E24F51842C80}" destId="{86FEA0F7-7821-4063-B65C-F60F607A0119}" srcOrd="0" destOrd="0" presId="urn:microsoft.com/office/officeart/2005/8/layout/list1"/>
    <dgm:cxn modelId="{5B809659-687C-4CAC-8398-AAAAD290BF48}" type="presOf" srcId="{76F93B4A-3E75-4155-92D6-3BC7E6C8480B}" destId="{393E2656-220C-43CF-8A46-F2F46D468908}" srcOrd="0" destOrd="0" presId="urn:microsoft.com/office/officeart/2005/8/layout/list1"/>
    <dgm:cxn modelId="{54500815-5622-4132-B2BF-A26416FFE3F7}" srcId="{5443C5CC-2F73-47C8-B55C-2EE2F30338FF}" destId="{B9A4A72E-269B-4965-B0EE-BBDE7AF4D90B}" srcOrd="1" destOrd="0" parTransId="{C4CCB9D0-42DE-4DFA-BE64-33D59597F32F}" sibTransId="{349A1F89-4120-4E56-9BA8-D4173973CBFA}"/>
    <dgm:cxn modelId="{BDA546DF-EB7B-4087-9F10-BF1D4D016BCB}" srcId="{5443C5CC-2F73-47C8-B55C-2EE2F30338FF}" destId="{728EC502-FB7B-48C3-AC09-06C4FE78CFFE}" srcOrd="2" destOrd="0" parTransId="{8E8631BB-B036-4587-B6CD-2B10EF121D1B}" sibTransId="{AFFCDC20-096D-49C2-84BC-049C4679D9B1}"/>
    <dgm:cxn modelId="{F4927C9F-E7D0-4169-8232-1851543ABCDB}" type="presOf" srcId="{76C4A58F-0844-40D0-A961-49078BE9E85C}" destId="{103F207B-5C16-42D5-98C7-6CD8371D9EB6}" srcOrd="1" destOrd="0" presId="urn:microsoft.com/office/officeart/2005/8/layout/list1"/>
    <dgm:cxn modelId="{161566C5-91F6-402F-B559-69F814A03BAE}" srcId="{5443C5CC-2F73-47C8-B55C-2EE2F30338FF}" destId="{CF8E9256-1A9D-48DC-B8E3-BA41D1D6BA74}" srcOrd="6" destOrd="0" parTransId="{C77586F4-1E3F-4B7E-9781-7FFF8C9F3E92}" sibTransId="{E27ECA5D-F387-4AAD-9156-5B43A7BBC571}"/>
    <dgm:cxn modelId="{9F6D97E8-7BB9-4637-8720-1B3F4C86A9F6}" type="presOf" srcId="{CF8E9256-1A9D-48DC-B8E3-BA41D1D6BA74}" destId="{3061C490-DF4C-4865-A665-95C703387EC1}" srcOrd="0" destOrd="0" presId="urn:microsoft.com/office/officeart/2005/8/layout/list1"/>
    <dgm:cxn modelId="{C0B2F38D-AADD-4354-8A1E-E6ED0CD79D52}" srcId="{5443C5CC-2F73-47C8-B55C-2EE2F30338FF}" destId="{76F93B4A-3E75-4155-92D6-3BC7E6C8480B}" srcOrd="3" destOrd="0" parTransId="{8615217D-4531-4739-9E48-7004F9DF190E}" sibTransId="{7B0A4267-CA25-4074-8AAE-77683BD421D0}"/>
    <dgm:cxn modelId="{511D2B4C-045D-4CFA-85B2-2F17A872A81D}" type="presOf" srcId="{B9A4A72E-269B-4965-B0EE-BBDE7AF4D90B}" destId="{73D714E1-AB58-4384-92C1-ABCEDE93C0D4}" srcOrd="0" destOrd="0" presId="urn:microsoft.com/office/officeart/2005/8/layout/list1"/>
    <dgm:cxn modelId="{2E961C6D-7F83-4628-BBB8-AB817DA1F325}" srcId="{5443C5CC-2F73-47C8-B55C-2EE2F30338FF}" destId="{76C4A58F-0844-40D0-A961-49078BE9E85C}" srcOrd="4" destOrd="0" parTransId="{53A7530A-C85A-4FC7-A819-315A902FB452}" sibTransId="{2E680D4B-C402-492E-B126-E65386C61ED7}"/>
    <dgm:cxn modelId="{ABB6A0B2-C782-43D9-ADA9-E9401DCCAE6E}" srcId="{5443C5CC-2F73-47C8-B55C-2EE2F30338FF}" destId="{C30F5107-9AD5-4443-9A3D-C86E5707A61D}" srcOrd="0" destOrd="0" parTransId="{74C9AF24-0F02-4C48-8A2B-B9889E4F11A1}" sibTransId="{B68DFA3C-01C6-4D49-B59F-7573356541E2}"/>
    <dgm:cxn modelId="{EA94AC41-A38C-4247-ABEA-275719158DB1}" srcId="{5443C5CC-2F73-47C8-B55C-2EE2F30338FF}" destId="{358FFA14-E70D-419B-89A8-E24F51842C80}" srcOrd="5" destOrd="0" parTransId="{CBB46F8C-5931-4334-8C89-58A8592CFACF}" sibTransId="{AEB03256-1BA3-415D-8C10-17DCD1EA9179}"/>
    <dgm:cxn modelId="{9F91D62A-C99F-4AC0-8C7D-C845291A2752}" type="presOf" srcId="{76C4A58F-0844-40D0-A961-49078BE9E85C}" destId="{3CB8F34C-0888-4D6F-AE76-75B9A1752663}" srcOrd="0" destOrd="0" presId="urn:microsoft.com/office/officeart/2005/8/layout/list1"/>
    <dgm:cxn modelId="{B8E42C6B-D590-4F4A-9377-930A29D617D5}" type="presOf" srcId="{728EC502-FB7B-48C3-AC09-06C4FE78CFFE}" destId="{89D321A7-FA2F-4E98-A0AA-6DAA9D71386B}" srcOrd="0" destOrd="0" presId="urn:microsoft.com/office/officeart/2005/8/layout/list1"/>
    <dgm:cxn modelId="{4FD615EC-E2AB-4E82-9260-D93C94BC4794}" type="presOf" srcId="{728EC502-FB7B-48C3-AC09-06C4FE78CFFE}" destId="{5D88DA95-BF82-4C3E-B649-D5850BAE6751}" srcOrd="1" destOrd="0" presId="urn:microsoft.com/office/officeart/2005/8/layout/list1"/>
    <dgm:cxn modelId="{45F4BE86-0D95-4CB5-9668-62FEB074B6FF}" type="presOf" srcId="{C30F5107-9AD5-4443-9A3D-C86E5707A61D}" destId="{49B7583A-32CF-417A-B756-E6C264032AB8}" srcOrd="1" destOrd="0" presId="urn:microsoft.com/office/officeart/2005/8/layout/list1"/>
    <dgm:cxn modelId="{D9FBD724-7CCB-4B66-9969-7B183C74D653}" type="presOf" srcId="{CF8E9256-1A9D-48DC-B8E3-BA41D1D6BA74}" destId="{2EA1C306-068C-414D-82D1-D1C4EA479524}" srcOrd="1" destOrd="0" presId="urn:microsoft.com/office/officeart/2005/8/layout/list1"/>
    <dgm:cxn modelId="{72DA0C12-4D10-4E76-89A5-2D0B22AD3E34}" type="presOf" srcId="{B9A4A72E-269B-4965-B0EE-BBDE7AF4D90B}" destId="{151DEF19-D95F-4E44-BABA-6A815CD66663}" srcOrd="1" destOrd="0" presId="urn:microsoft.com/office/officeart/2005/8/layout/list1"/>
    <dgm:cxn modelId="{2E1D6E6A-03EC-40E8-84E7-9DF524C6FC50}" type="presOf" srcId="{358FFA14-E70D-419B-89A8-E24F51842C80}" destId="{43B337CA-8236-4419-AF21-08636B50949C}" srcOrd="1" destOrd="0" presId="urn:microsoft.com/office/officeart/2005/8/layout/list1"/>
    <dgm:cxn modelId="{04348661-076D-4166-BAC8-22322F58067E}" type="presOf" srcId="{76F93B4A-3E75-4155-92D6-3BC7E6C8480B}" destId="{46BF2974-933D-4828-BA05-8B413C4F99DC}" srcOrd="1" destOrd="0" presId="urn:microsoft.com/office/officeart/2005/8/layout/list1"/>
    <dgm:cxn modelId="{7D51CC9B-F972-4786-8689-87D23F0FD448}" type="presParOf" srcId="{F9C630DA-DE2A-4EE0-8909-34DF63209B69}" destId="{CF9B2AC1-9E3F-4FFA-BDAA-6C9E7DD86BC8}" srcOrd="0" destOrd="0" presId="urn:microsoft.com/office/officeart/2005/8/layout/list1"/>
    <dgm:cxn modelId="{36EB30C9-0EF0-4B32-AFCF-5DE0A2DEFC5E}" type="presParOf" srcId="{CF9B2AC1-9E3F-4FFA-BDAA-6C9E7DD86BC8}" destId="{BA2ABC76-02E2-437A-9A30-E32DB9A90124}" srcOrd="0" destOrd="0" presId="urn:microsoft.com/office/officeart/2005/8/layout/list1"/>
    <dgm:cxn modelId="{5C8514AF-1C71-467B-93BF-38AAE473105A}" type="presParOf" srcId="{CF9B2AC1-9E3F-4FFA-BDAA-6C9E7DD86BC8}" destId="{49B7583A-32CF-417A-B756-E6C264032AB8}" srcOrd="1" destOrd="0" presId="urn:microsoft.com/office/officeart/2005/8/layout/list1"/>
    <dgm:cxn modelId="{31D73CBF-2493-47C3-BFDB-C099514F2F21}" type="presParOf" srcId="{F9C630DA-DE2A-4EE0-8909-34DF63209B69}" destId="{3C1F2B4E-4F25-48A5-B2F0-8ABE9E802029}" srcOrd="1" destOrd="0" presId="urn:microsoft.com/office/officeart/2005/8/layout/list1"/>
    <dgm:cxn modelId="{D9969159-1425-447D-840A-1FFDAAF56150}" type="presParOf" srcId="{F9C630DA-DE2A-4EE0-8909-34DF63209B69}" destId="{FD3D32EE-4D12-4C35-AABB-E49B782F0D79}" srcOrd="2" destOrd="0" presId="urn:microsoft.com/office/officeart/2005/8/layout/list1"/>
    <dgm:cxn modelId="{2D4C84E4-46DE-4BF7-82B0-0761FBB0F9D1}" type="presParOf" srcId="{F9C630DA-DE2A-4EE0-8909-34DF63209B69}" destId="{2A40AF8D-E977-4D8A-955C-AEECAC74584A}" srcOrd="3" destOrd="0" presId="urn:microsoft.com/office/officeart/2005/8/layout/list1"/>
    <dgm:cxn modelId="{004D2084-A3AB-4BE0-9C26-224681C70FD6}" type="presParOf" srcId="{F9C630DA-DE2A-4EE0-8909-34DF63209B69}" destId="{74D57992-E4BF-44E7-934C-514E2100F621}" srcOrd="4" destOrd="0" presId="urn:microsoft.com/office/officeart/2005/8/layout/list1"/>
    <dgm:cxn modelId="{35CB7EA9-72A9-4FAC-9D97-E180BA947440}" type="presParOf" srcId="{74D57992-E4BF-44E7-934C-514E2100F621}" destId="{73D714E1-AB58-4384-92C1-ABCEDE93C0D4}" srcOrd="0" destOrd="0" presId="urn:microsoft.com/office/officeart/2005/8/layout/list1"/>
    <dgm:cxn modelId="{0BC6D8AF-1AA9-4BDB-BD7B-9190F232E610}" type="presParOf" srcId="{74D57992-E4BF-44E7-934C-514E2100F621}" destId="{151DEF19-D95F-4E44-BABA-6A815CD66663}" srcOrd="1" destOrd="0" presId="urn:microsoft.com/office/officeart/2005/8/layout/list1"/>
    <dgm:cxn modelId="{FED1C9B9-FF07-4A69-98FB-4E0F16FFD0D4}" type="presParOf" srcId="{F9C630DA-DE2A-4EE0-8909-34DF63209B69}" destId="{63B90176-FF74-4C08-8981-5034A0883FE3}" srcOrd="5" destOrd="0" presId="urn:microsoft.com/office/officeart/2005/8/layout/list1"/>
    <dgm:cxn modelId="{1281A1DF-8578-441D-923F-83A883868BEF}" type="presParOf" srcId="{F9C630DA-DE2A-4EE0-8909-34DF63209B69}" destId="{7CE7018E-2B39-4708-B8DE-882A5BBDF8BA}" srcOrd="6" destOrd="0" presId="urn:microsoft.com/office/officeart/2005/8/layout/list1"/>
    <dgm:cxn modelId="{5ADF8E78-FED6-40AB-8F33-F5DBBAD2351A}" type="presParOf" srcId="{F9C630DA-DE2A-4EE0-8909-34DF63209B69}" destId="{CBCDD404-D7DF-4777-8ACA-71D72E79CEDB}" srcOrd="7" destOrd="0" presId="urn:microsoft.com/office/officeart/2005/8/layout/list1"/>
    <dgm:cxn modelId="{7B8DE884-EF3A-4DA7-A49F-CFB5F8A083EC}" type="presParOf" srcId="{F9C630DA-DE2A-4EE0-8909-34DF63209B69}" destId="{15F3934F-5C77-4EBB-87CE-B44C71CE5C12}" srcOrd="8" destOrd="0" presId="urn:microsoft.com/office/officeart/2005/8/layout/list1"/>
    <dgm:cxn modelId="{4ADA9B4F-09D8-438F-A72D-D093BEC4B19C}" type="presParOf" srcId="{15F3934F-5C77-4EBB-87CE-B44C71CE5C12}" destId="{89D321A7-FA2F-4E98-A0AA-6DAA9D71386B}" srcOrd="0" destOrd="0" presId="urn:microsoft.com/office/officeart/2005/8/layout/list1"/>
    <dgm:cxn modelId="{AB4B8BD0-A5AB-43C5-A786-177E6B52B8DE}" type="presParOf" srcId="{15F3934F-5C77-4EBB-87CE-B44C71CE5C12}" destId="{5D88DA95-BF82-4C3E-B649-D5850BAE6751}" srcOrd="1" destOrd="0" presId="urn:microsoft.com/office/officeart/2005/8/layout/list1"/>
    <dgm:cxn modelId="{DB156C1A-0F8C-4062-8E26-1A58B70CB554}" type="presParOf" srcId="{F9C630DA-DE2A-4EE0-8909-34DF63209B69}" destId="{EA524ACD-8E7D-4984-AA3D-C42E535E799D}" srcOrd="9" destOrd="0" presId="urn:microsoft.com/office/officeart/2005/8/layout/list1"/>
    <dgm:cxn modelId="{511D6FA4-232A-4D48-99CB-20E6774E28B4}" type="presParOf" srcId="{F9C630DA-DE2A-4EE0-8909-34DF63209B69}" destId="{C44B09D6-016F-4FCB-A17A-1D11FEA23E12}" srcOrd="10" destOrd="0" presId="urn:microsoft.com/office/officeart/2005/8/layout/list1"/>
    <dgm:cxn modelId="{B8B95E8A-0D18-4EA5-A73C-2DEA090E53CB}" type="presParOf" srcId="{F9C630DA-DE2A-4EE0-8909-34DF63209B69}" destId="{55C27711-1D93-4260-B6D9-2E33ACA0CA08}" srcOrd="11" destOrd="0" presId="urn:microsoft.com/office/officeart/2005/8/layout/list1"/>
    <dgm:cxn modelId="{75C046F6-756B-4B68-A220-2408B688A9AE}" type="presParOf" srcId="{F9C630DA-DE2A-4EE0-8909-34DF63209B69}" destId="{26A6AD3D-56B3-46A0-BE91-5108ACFA8344}" srcOrd="12" destOrd="0" presId="urn:microsoft.com/office/officeart/2005/8/layout/list1"/>
    <dgm:cxn modelId="{B609CFAC-E039-4244-B4B4-0FD3E39A0CC4}" type="presParOf" srcId="{26A6AD3D-56B3-46A0-BE91-5108ACFA8344}" destId="{393E2656-220C-43CF-8A46-F2F46D468908}" srcOrd="0" destOrd="0" presId="urn:microsoft.com/office/officeart/2005/8/layout/list1"/>
    <dgm:cxn modelId="{E0764591-4965-460E-9501-E39B3CAE2753}" type="presParOf" srcId="{26A6AD3D-56B3-46A0-BE91-5108ACFA8344}" destId="{46BF2974-933D-4828-BA05-8B413C4F99DC}" srcOrd="1" destOrd="0" presId="urn:microsoft.com/office/officeart/2005/8/layout/list1"/>
    <dgm:cxn modelId="{F9BE28B6-20A7-4F79-B41F-BFE106B8A943}" type="presParOf" srcId="{F9C630DA-DE2A-4EE0-8909-34DF63209B69}" destId="{51969821-546C-47FD-9BBB-E049CD8A9EF2}" srcOrd="13" destOrd="0" presId="urn:microsoft.com/office/officeart/2005/8/layout/list1"/>
    <dgm:cxn modelId="{E5830EFC-2DF0-4B6A-82B5-18136442C5CE}" type="presParOf" srcId="{F9C630DA-DE2A-4EE0-8909-34DF63209B69}" destId="{E3612A5C-80C6-4A7B-B2B8-4D854D604056}" srcOrd="14" destOrd="0" presId="urn:microsoft.com/office/officeart/2005/8/layout/list1"/>
    <dgm:cxn modelId="{7A0A901B-5F15-43D0-A957-6B77507CCB07}" type="presParOf" srcId="{F9C630DA-DE2A-4EE0-8909-34DF63209B69}" destId="{629BF19B-6AB4-4FCA-A299-D187914BA23F}" srcOrd="15" destOrd="0" presId="urn:microsoft.com/office/officeart/2005/8/layout/list1"/>
    <dgm:cxn modelId="{6B30820E-5209-479E-A445-9B3BD4C0000A}" type="presParOf" srcId="{F9C630DA-DE2A-4EE0-8909-34DF63209B69}" destId="{2EC3B12A-2629-4BEE-956A-5EC4E35948D4}" srcOrd="16" destOrd="0" presId="urn:microsoft.com/office/officeart/2005/8/layout/list1"/>
    <dgm:cxn modelId="{A837310E-F267-4B15-97AA-35A58708A621}" type="presParOf" srcId="{2EC3B12A-2629-4BEE-956A-5EC4E35948D4}" destId="{3CB8F34C-0888-4D6F-AE76-75B9A1752663}" srcOrd="0" destOrd="0" presId="urn:microsoft.com/office/officeart/2005/8/layout/list1"/>
    <dgm:cxn modelId="{7E29865D-8C49-4E56-A5DB-6D6E8959B92F}" type="presParOf" srcId="{2EC3B12A-2629-4BEE-956A-5EC4E35948D4}" destId="{103F207B-5C16-42D5-98C7-6CD8371D9EB6}" srcOrd="1" destOrd="0" presId="urn:microsoft.com/office/officeart/2005/8/layout/list1"/>
    <dgm:cxn modelId="{2EDF5DFA-CB01-4CAA-9510-10332408C24A}" type="presParOf" srcId="{F9C630DA-DE2A-4EE0-8909-34DF63209B69}" destId="{5B50E1A4-AC86-4363-AF2D-335A405F2292}" srcOrd="17" destOrd="0" presId="urn:microsoft.com/office/officeart/2005/8/layout/list1"/>
    <dgm:cxn modelId="{44654608-147E-4FC6-9BD5-879780B0B682}" type="presParOf" srcId="{F9C630DA-DE2A-4EE0-8909-34DF63209B69}" destId="{EEC4FB2B-FA56-4C99-B470-807996E6C6A5}" srcOrd="18" destOrd="0" presId="urn:microsoft.com/office/officeart/2005/8/layout/list1"/>
    <dgm:cxn modelId="{F4063783-7842-4536-9480-085AC45B03BC}" type="presParOf" srcId="{F9C630DA-DE2A-4EE0-8909-34DF63209B69}" destId="{949E97AA-858A-4699-9432-45B91F4F6EDB}" srcOrd="19" destOrd="0" presId="urn:microsoft.com/office/officeart/2005/8/layout/list1"/>
    <dgm:cxn modelId="{F7399EF8-8E6B-4545-B329-C2D8ED9544A3}" type="presParOf" srcId="{F9C630DA-DE2A-4EE0-8909-34DF63209B69}" destId="{A16642AF-041A-4D5F-9AA3-76C958DD957A}" srcOrd="20" destOrd="0" presId="urn:microsoft.com/office/officeart/2005/8/layout/list1"/>
    <dgm:cxn modelId="{DE22BA83-6745-47BC-B22D-1C3E3402984E}" type="presParOf" srcId="{A16642AF-041A-4D5F-9AA3-76C958DD957A}" destId="{86FEA0F7-7821-4063-B65C-F60F607A0119}" srcOrd="0" destOrd="0" presId="urn:microsoft.com/office/officeart/2005/8/layout/list1"/>
    <dgm:cxn modelId="{B511B911-5435-4D47-97AB-2B5C88535C06}" type="presParOf" srcId="{A16642AF-041A-4D5F-9AA3-76C958DD957A}" destId="{43B337CA-8236-4419-AF21-08636B50949C}" srcOrd="1" destOrd="0" presId="urn:microsoft.com/office/officeart/2005/8/layout/list1"/>
    <dgm:cxn modelId="{161C414A-FB27-4C71-822C-0BBA545B42DE}" type="presParOf" srcId="{F9C630DA-DE2A-4EE0-8909-34DF63209B69}" destId="{896F1A6D-2E26-4F8C-9BC6-2EA9A55CAED5}" srcOrd="21" destOrd="0" presId="urn:microsoft.com/office/officeart/2005/8/layout/list1"/>
    <dgm:cxn modelId="{3833BF45-B989-4C06-983E-8805D8E48B9F}" type="presParOf" srcId="{F9C630DA-DE2A-4EE0-8909-34DF63209B69}" destId="{B3B61CA3-B1A9-408E-9E7F-4ECF168E78EB}" srcOrd="22" destOrd="0" presId="urn:microsoft.com/office/officeart/2005/8/layout/list1"/>
    <dgm:cxn modelId="{3934A570-8C71-4E61-960B-954FAE5BB10F}" type="presParOf" srcId="{F9C630DA-DE2A-4EE0-8909-34DF63209B69}" destId="{250E33C9-DEA3-420C-BD98-7264E07F8FBF}" srcOrd="23" destOrd="0" presId="urn:microsoft.com/office/officeart/2005/8/layout/list1"/>
    <dgm:cxn modelId="{7E3CD5E0-2E7D-47F1-AB33-F262FD0F11F7}" type="presParOf" srcId="{F9C630DA-DE2A-4EE0-8909-34DF63209B69}" destId="{C1431657-38F8-42AE-B3CE-8439BD06BF46}" srcOrd="24" destOrd="0" presId="urn:microsoft.com/office/officeart/2005/8/layout/list1"/>
    <dgm:cxn modelId="{FF839F5B-1656-4BC1-8EA7-02CE7C1329FE}" type="presParOf" srcId="{C1431657-38F8-42AE-B3CE-8439BD06BF46}" destId="{3061C490-DF4C-4865-A665-95C703387EC1}" srcOrd="0" destOrd="0" presId="urn:microsoft.com/office/officeart/2005/8/layout/list1"/>
    <dgm:cxn modelId="{C3A9E828-33A1-4C1E-96F5-7666D41002E2}" type="presParOf" srcId="{C1431657-38F8-42AE-B3CE-8439BD06BF46}" destId="{2EA1C306-068C-414D-82D1-D1C4EA479524}" srcOrd="1" destOrd="0" presId="urn:microsoft.com/office/officeart/2005/8/layout/list1"/>
    <dgm:cxn modelId="{23C768A7-96FD-44AA-9F70-FBC96D21A6B1}" type="presParOf" srcId="{F9C630DA-DE2A-4EE0-8909-34DF63209B69}" destId="{146E291B-30DB-41B7-A659-AF7D45F01CC5}" srcOrd="25" destOrd="0" presId="urn:microsoft.com/office/officeart/2005/8/layout/list1"/>
    <dgm:cxn modelId="{CA7DE1BE-675E-48B6-B1FC-2E561A6E5506}" type="presParOf" srcId="{F9C630DA-DE2A-4EE0-8909-34DF63209B69}" destId="{968CD163-B7A4-4371-9526-26401128BFA6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9284F1-3D62-4AE5-9A39-BAA362E539A3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50FF53F-BEE4-4C53-8241-A5EA157EEFF5}">
      <dgm:prSet phldrT="[텍스트]"/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인력</a:t>
          </a:r>
          <a:endParaRPr lang="ko-KR" altLang="en-US" b="1" dirty="0"/>
        </a:p>
      </dgm:t>
    </dgm:pt>
    <dgm:pt modelId="{C3D93ED0-4775-4396-9C76-2F64BEBC0D05}" type="parTrans" cxnId="{1E495FD7-2CA6-4EF9-B099-8AD4BA323894}">
      <dgm:prSet/>
      <dgm:spPr/>
      <dgm:t>
        <a:bodyPr/>
        <a:lstStyle/>
        <a:p>
          <a:pPr latinLnBrk="1"/>
          <a:endParaRPr lang="ko-KR" altLang="en-US"/>
        </a:p>
      </dgm:t>
    </dgm:pt>
    <dgm:pt modelId="{26ACE4D7-E7F6-4CBF-8FC4-95AF8EED13BB}" type="sibTrans" cxnId="{1E495FD7-2CA6-4EF9-B099-8AD4BA323894}">
      <dgm:prSet/>
      <dgm:spPr/>
      <dgm:t>
        <a:bodyPr/>
        <a:lstStyle/>
        <a:p>
          <a:pPr latinLnBrk="1"/>
          <a:endParaRPr lang="ko-KR" altLang="en-US" dirty="0"/>
        </a:p>
      </dgm:t>
    </dgm:pt>
    <dgm:pt modelId="{C48D520A-DCA9-4097-A3D9-05185FAF87C5}">
      <dgm:prSet phldrT="[텍스트]"/>
      <dgm:spPr/>
      <dgm:t>
        <a:bodyPr/>
        <a:lstStyle/>
        <a:p>
          <a:pPr latinLnBrk="1"/>
          <a:r>
            <a:rPr lang="ko-KR" altLang="en-US" dirty="0" smtClean="0"/>
            <a:t> 전문화</a:t>
          </a:r>
          <a:endParaRPr lang="ko-KR" altLang="en-US" dirty="0"/>
        </a:p>
      </dgm:t>
    </dgm:pt>
    <dgm:pt modelId="{B90AB1DD-55FF-409A-AF49-6433CA550B9E}" type="parTrans" cxnId="{2DEAF0FD-294C-412A-856B-D5477E258AE7}">
      <dgm:prSet/>
      <dgm:spPr/>
      <dgm:t>
        <a:bodyPr/>
        <a:lstStyle/>
        <a:p>
          <a:pPr latinLnBrk="1"/>
          <a:endParaRPr lang="ko-KR" altLang="en-US"/>
        </a:p>
      </dgm:t>
    </dgm:pt>
    <dgm:pt modelId="{1658F13D-048E-4F8C-BBF3-D058B9B0C825}" type="sibTrans" cxnId="{2DEAF0FD-294C-412A-856B-D5477E258AE7}">
      <dgm:prSet/>
      <dgm:spPr/>
      <dgm:t>
        <a:bodyPr/>
        <a:lstStyle/>
        <a:p>
          <a:pPr latinLnBrk="1"/>
          <a:endParaRPr lang="ko-KR" altLang="en-US"/>
        </a:p>
      </dgm:t>
    </dgm:pt>
    <dgm:pt modelId="{EE88BC0D-0619-4327-9EBE-7F66B4FA4F15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고급화</a:t>
          </a:r>
          <a:endParaRPr lang="ko-KR" altLang="en-US" dirty="0"/>
        </a:p>
      </dgm:t>
    </dgm:pt>
    <dgm:pt modelId="{CA42E400-C1F0-485D-A198-11ADE811ECF7}" type="parTrans" cxnId="{2D690FF8-1FF7-4C67-BF28-BFE8E8716214}">
      <dgm:prSet/>
      <dgm:spPr/>
      <dgm:t>
        <a:bodyPr/>
        <a:lstStyle/>
        <a:p>
          <a:pPr latinLnBrk="1"/>
          <a:endParaRPr lang="ko-KR" altLang="en-US"/>
        </a:p>
      </dgm:t>
    </dgm:pt>
    <dgm:pt modelId="{3FE4EABB-95D8-416C-8C65-8BA0648E04A2}" type="sibTrans" cxnId="{2D690FF8-1FF7-4C67-BF28-BFE8E8716214}">
      <dgm:prSet/>
      <dgm:spPr/>
      <dgm:t>
        <a:bodyPr/>
        <a:lstStyle/>
        <a:p>
          <a:pPr latinLnBrk="1"/>
          <a:endParaRPr lang="ko-KR" altLang="en-US"/>
        </a:p>
      </dgm:t>
    </dgm:pt>
    <dgm:pt modelId="{091AC1C9-937A-40BC-8919-6B1092E7C82E}">
      <dgm:prSet phldrT="[텍스트]"/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기술</a:t>
          </a:r>
          <a:endParaRPr lang="ko-KR" altLang="en-US" b="1" dirty="0"/>
        </a:p>
      </dgm:t>
    </dgm:pt>
    <dgm:pt modelId="{82C2EDC8-890D-48D1-92C1-7C46E9543E34}" type="parTrans" cxnId="{F85F6916-1B76-431F-A2C2-82BEA3106D87}">
      <dgm:prSet/>
      <dgm:spPr/>
      <dgm:t>
        <a:bodyPr/>
        <a:lstStyle/>
        <a:p>
          <a:pPr latinLnBrk="1"/>
          <a:endParaRPr lang="ko-KR" altLang="en-US"/>
        </a:p>
      </dgm:t>
    </dgm:pt>
    <dgm:pt modelId="{10B8EEE5-22C0-468D-8E70-C76268E4F22C}" type="sibTrans" cxnId="{F85F6916-1B76-431F-A2C2-82BEA3106D87}">
      <dgm:prSet/>
      <dgm:spPr/>
      <dgm:t>
        <a:bodyPr/>
        <a:lstStyle/>
        <a:p>
          <a:pPr latinLnBrk="1"/>
          <a:endParaRPr lang="ko-KR" altLang="en-US" dirty="0"/>
        </a:p>
      </dgm:t>
    </dgm:pt>
    <dgm:pt modelId="{4694685A-72EE-4A7F-82D9-71064FCD4879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연구개발</a:t>
          </a:r>
          <a:endParaRPr lang="ko-KR" altLang="en-US" dirty="0"/>
        </a:p>
      </dgm:t>
    </dgm:pt>
    <dgm:pt modelId="{682C3DC2-40B2-4045-8F86-2E56A9E306D1}" type="parTrans" cxnId="{58B6B991-C29B-4BFD-984D-C1E0431754F9}">
      <dgm:prSet/>
      <dgm:spPr/>
      <dgm:t>
        <a:bodyPr/>
        <a:lstStyle/>
        <a:p>
          <a:pPr latinLnBrk="1"/>
          <a:endParaRPr lang="ko-KR" altLang="en-US"/>
        </a:p>
      </dgm:t>
    </dgm:pt>
    <dgm:pt modelId="{0C5D169C-8D55-4015-8DA3-C53AEE67D2BE}" type="sibTrans" cxnId="{58B6B991-C29B-4BFD-984D-C1E0431754F9}">
      <dgm:prSet/>
      <dgm:spPr/>
      <dgm:t>
        <a:bodyPr/>
        <a:lstStyle/>
        <a:p>
          <a:pPr latinLnBrk="1"/>
          <a:endParaRPr lang="ko-KR" altLang="en-US"/>
        </a:p>
      </dgm:t>
    </dgm:pt>
    <dgm:pt modelId="{A3DFB6D7-A3EF-42C3-8A3C-D9D3B503EDAB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신기술도입</a:t>
          </a:r>
          <a:endParaRPr lang="ko-KR" altLang="en-US" dirty="0"/>
        </a:p>
      </dgm:t>
    </dgm:pt>
    <dgm:pt modelId="{E5420337-4DE3-4885-8AC3-7B22D1A83EAD}" type="parTrans" cxnId="{DB97E0B7-3B65-405C-A1FC-A3E23B7480E3}">
      <dgm:prSet/>
      <dgm:spPr/>
      <dgm:t>
        <a:bodyPr/>
        <a:lstStyle/>
        <a:p>
          <a:pPr latinLnBrk="1"/>
          <a:endParaRPr lang="ko-KR" altLang="en-US"/>
        </a:p>
      </dgm:t>
    </dgm:pt>
    <dgm:pt modelId="{A59E4D3E-F4DA-43BB-8D1B-D8B66C867424}" type="sibTrans" cxnId="{DB97E0B7-3B65-405C-A1FC-A3E23B7480E3}">
      <dgm:prSet/>
      <dgm:spPr/>
      <dgm:t>
        <a:bodyPr/>
        <a:lstStyle/>
        <a:p>
          <a:pPr latinLnBrk="1"/>
          <a:endParaRPr lang="ko-KR" altLang="en-US"/>
        </a:p>
      </dgm:t>
    </dgm:pt>
    <dgm:pt modelId="{5E6BC627-71DE-465A-9292-5760592B46FF}">
      <dgm:prSet phldrT="[텍스트]"/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고객</a:t>
          </a:r>
          <a:endParaRPr lang="ko-KR" altLang="en-US" b="1" dirty="0"/>
        </a:p>
      </dgm:t>
    </dgm:pt>
    <dgm:pt modelId="{EB0B9E1A-27FF-4480-B98C-A23A2D22C9DA}" type="parTrans" cxnId="{53C99254-CD7B-45FB-82AD-114752F493BA}">
      <dgm:prSet/>
      <dgm:spPr/>
      <dgm:t>
        <a:bodyPr/>
        <a:lstStyle/>
        <a:p>
          <a:pPr latinLnBrk="1"/>
          <a:endParaRPr lang="ko-KR" altLang="en-US"/>
        </a:p>
      </dgm:t>
    </dgm:pt>
    <dgm:pt modelId="{6C6C8F4A-0E58-4B8B-97D3-7F7100B546D1}" type="sibTrans" cxnId="{53C99254-CD7B-45FB-82AD-114752F493BA}">
      <dgm:prSet/>
      <dgm:spPr/>
      <dgm:t>
        <a:bodyPr/>
        <a:lstStyle/>
        <a:p>
          <a:pPr latinLnBrk="1"/>
          <a:endParaRPr lang="ko-KR" altLang="en-US"/>
        </a:p>
      </dgm:t>
    </dgm:pt>
    <dgm:pt modelId="{0CD1C1DE-4A62-4B6A-BFEF-8AFA1904615A}">
      <dgm:prSet phldrT="[텍스트]"/>
      <dgm:spPr/>
      <dgm:t>
        <a:bodyPr/>
        <a:lstStyle/>
        <a:p>
          <a:pPr latinLnBrk="1"/>
          <a:r>
            <a:rPr lang="en-US" altLang="ko-KR" dirty="0" smtClean="0"/>
            <a:t> IT</a:t>
          </a:r>
          <a:r>
            <a:rPr lang="ko-KR" altLang="en-US" dirty="0" smtClean="0"/>
            <a:t>환경의 안전</a:t>
          </a:r>
          <a:endParaRPr lang="ko-KR" altLang="en-US" dirty="0"/>
        </a:p>
      </dgm:t>
    </dgm:pt>
    <dgm:pt modelId="{2DFE9ABD-2C0F-4061-9D84-9A714DF42114}" type="parTrans" cxnId="{1CDD3191-760C-41BC-AFCA-E1CF6B352B17}">
      <dgm:prSet/>
      <dgm:spPr/>
      <dgm:t>
        <a:bodyPr/>
        <a:lstStyle/>
        <a:p>
          <a:pPr latinLnBrk="1"/>
          <a:endParaRPr lang="ko-KR" altLang="en-US"/>
        </a:p>
      </dgm:t>
    </dgm:pt>
    <dgm:pt modelId="{9B60925B-769F-40DA-B898-3920FF0DC1CC}" type="sibTrans" cxnId="{1CDD3191-760C-41BC-AFCA-E1CF6B352B17}">
      <dgm:prSet/>
      <dgm:spPr/>
      <dgm:t>
        <a:bodyPr/>
        <a:lstStyle/>
        <a:p>
          <a:pPr latinLnBrk="1"/>
          <a:endParaRPr lang="ko-KR" altLang="en-US"/>
        </a:p>
      </dgm:t>
    </dgm:pt>
    <dgm:pt modelId="{4856718D-F81D-4C16-8A23-98878BF11E2B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대외 신뢰도 구축</a:t>
          </a:r>
          <a:endParaRPr lang="ko-KR" altLang="en-US" dirty="0"/>
        </a:p>
      </dgm:t>
    </dgm:pt>
    <dgm:pt modelId="{0D46272A-CB84-44E9-8E18-800661C85AA0}" type="parTrans" cxnId="{16FD219D-FDC9-4542-8A65-AB2037A92B71}">
      <dgm:prSet/>
      <dgm:spPr/>
      <dgm:t>
        <a:bodyPr/>
        <a:lstStyle/>
        <a:p>
          <a:pPr latinLnBrk="1"/>
          <a:endParaRPr lang="ko-KR" altLang="en-US"/>
        </a:p>
      </dgm:t>
    </dgm:pt>
    <dgm:pt modelId="{0669FF84-1257-4F6F-8B3A-3ED2708BFE43}" type="sibTrans" cxnId="{16FD219D-FDC9-4542-8A65-AB2037A92B71}">
      <dgm:prSet/>
      <dgm:spPr/>
      <dgm:t>
        <a:bodyPr/>
        <a:lstStyle/>
        <a:p>
          <a:pPr latinLnBrk="1"/>
          <a:endParaRPr lang="ko-KR" altLang="en-US"/>
        </a:p>
      </dgm:t>
    </dgm:pt>
    <dgm:pt modelId="{DE7C8BB3-D2F7-4048-A3C9-F8F7AF500281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최고의 만족</a:t>
          </a:r>
          <a:endParaRPr lang="ko-KR" altLang="en-US" dirty="0"/>
        </a:p>
      </dgm:t>
    </dgm:pt>
    <dgm:pt modelId="{B8B0F060-8C62-4AC6-AF04-81A397C8316F}" type="parTrans" cxnId="{4A9FCE06-98E9-4697-91DB-6A5438BBB6A1}">
      <dgm:prSet/>
      <dgm:spPr/>
      <dgm:t>
        <a:bodyPr/>
        <a:lstStyle/>
        <a:p>
          <a:pPr latinLnBrk="1"/>
          <a:endParaRPr lang="ko-KR" altLang="en-US"/>
        </a:p>
      </dgm:t>
    </dgm:pt>
    <dgm:pt modelId="{31652F9C-B57E-4CB8-9BA4-64AC6DDBE998}" type="sibTrans" cxnId="{4A9FCE06-98E9-4697-91DB-6A5438BBB6A1}">
      <dgm:prSet/>
      <dgm:spPr/>
      <dgm:t>
        <a:bodyPr/>
        <a:lstStyle/>
        <a:p>
          <a:pPr latinLnBrk="1"/>
          <a:endParaRPr lang="ko-KR" altLang="en-US"/>
        </a:p>
      </dgm:t>
    </dgm:pt>
    <dgm:pt modelId="{A00F3C8B-E24D-4B8B-A646-DFEC5B977658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최고의 대우</a:t>
          </a:r>
          <a:endParaRPr lang="ko-KR" altLang="en-US" dirty="0"/>
        </a:p>
      </dgm:t>
    </dgm:pt>
    <dgm:pt modelId="{D685C425-F1B5-4F3D-97E2-3A3A5FC41467}" type="parTrans" cxnId="{4BC416AA-BBF5-48FA-A0BA-2D92BEE0A2B8}">
      <dgm:prSet/>
      <dgm:spPr/>
      <dgm:t>
        <a:bodyPr/>
        <a:lstStyle/>
        <a:p>
          <a:pPr latinLnBrk="1"/>
          <a:endParaRPr lang="ko-KR" altLang="en-US"/>
        </a:p>
      </dgm:t>
    </dgm:pt>
    <dgm:pt modelId="{FAA0EADC-D846-4844-BFC9-D7267027B82D}" type="sibTrans" cxnId="{4BC416AA-BBF5-48FA-A0BA-2D92BEE0A2B8}">
      <dgm:prSet/>
      <dgm:spPr/>
      <dgm:t>
        <a:bodyPr/>
        <a:lstStyle/>
        <a:p>
          <a:pPr latinLnBrk="1"/>
          <a:endParaRPr lang="ko-KR" altLang="en-US"/>
        </a:p>
      </dgm:t>
    </dgm:pt>
    <dgm:pt modelId="{2B588D2C-BD2B-496F-8789-64ACF10401B2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업무적용</a:t>
          </a:r>
          <a:endParaRPr lang="ko-KR" altLang="en-US" dirty="0"/>
        </a:p>
      </dgm:t>
    </dgm:pt>
    <dgm:pt modelId="{3F650358-87AB-4781-95F6-1B73C1159630}" type="parTrans" cxnId="{3ECF8DEB-B9A8-4FA9-848C-9B2B130219E2}">
      <dgm:prSet/>
      <dgm:spPr/>
      <dgm:t>
        <a:bodyPr/>
        <a:lstStyle/>
        <a:p>
          <a:pPr latinLnBrk="1"/>
          <a:endParaRPr lang="ko-KR" altLang="en-US"/>
        </a:p>
      </dgm:t>
    </dgm:pt>
    <dgm:pt modelId="{80D96FD7-F239-405E-BD78-86CC14B2F2A1}" type="sibTrans" cxnId="{3ECF8DEB-B9A8-4FA9-848C-9B2B130219E2}">
      <dgm:prSet/>
      <dgm:spPr/>
      <dgm:t>
        <a:bodyPr/>
        <a:lstStyle/>
        <a:p>
          <a:pPr latinLnBrk="1"/>
          <a:endParaRPr lang="ko-KR" altLang="en-US"/>
        </a:p>
      </dgm:t>
    </dgm:pt>
    <dgm:pt modelId="{D5F7BCD5-3121-429F-8979-A5B0D2CD02F8}" type="pres">
      <dgm:prSet presAssocID="{639284F1-3D62-4AE5-9A39-BAA362E539A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EB224A8-32F3-4E64-A1A3-37FCF8E6C0EC}" type="pres">
      <dgm:prSet presAssocID="{639284F1-3D62-4AE5-9A39-BAA362E539A3}" presName="tSp" presStyleCnt="0"/>
      <dgm:spPr/>
    </dgm:pt>
    <dgm:pt modelId="{BF35B6DB-E698-4C66-B7A7-92D9C5833FA9}" type="pres">
      <dgm:prSet presAssocID="{639284F1-3D62-4AE5-9A39-BAA362E539A3}" presName="bSp" presStyleCnt="0"/>
      <dgm:spPr/>
    </dgm:pt>
    <dgm:pt modelId="{5CE92EF6-6CA7-4F6C-AECC-A0CE9938F43F}" type="pres">
      <dgm:prSet presAssocID="{639284F1-3D62-4AE5-9A39-BAA362E539A3}" presName="process" presStyleCnt="0"/>
      <dgm:spPr/>
    </dgm:pt>
    <dgm:pt modelId="{09ACF4D7-3260-440C-81AC-6E5882D551B4}" type="pres">
      <dgm:prSet presAssocID="{D50FF53F-BEE4-4C53-8241-A5EA157EEFF5}" presName="composite1" presStyleCnt="0"/>
      <dgm:spPr/>
    </dgm:pt>
    <dgm:pt modelId="{5A8CB257-0044-47C9-A1BF-AF1621610A99}" type="pres">
      <dgm:prSet presAssocID="{D50FF53F-BEE4-4C53-8241-A5EA157EEFF5}" presName="dummyNode1" presStyleLbl="node1" presStyleIdx="0" presStyleCnt="3"/>
      <dgm:spPr/>
    </dgm:pt>
    <dgm:pt modelId="{859AB1EC-CC33-4EB7-90D7-F00FD027CDA2}" type="pres">
      <dgm:prSet presAssocID="{D50FF53F-BEE4-4C53-8241-A5EA157EEFF5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2AB058B-0763-41D5-B34D-949FCF1E150A}" type="pres">
      <dgm:prSet presAssocID="{D50FF53F-BEE4-4C53-8241-A5EA157EEFF5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0755CFA-D850-48DA-A291-06F04312FB07}" type="pres">
      <dgm:prSet presAssocID="{D50FF53F-BEE4-4C53-8241-A5EA157EEFF5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EBD7511-941E-4812-A3AB-889D70E308D6}" type="pres">
      <dgm:prSet presAssocID="{D50FF53F-BEE4-4C53-8241-A5EA157EEFF5}" presName="connSite1" presStyleCnt="0"/>
      <dgm:spPr/>
    </dgm:pt>
    <dgm:pt modelId="{8F9BE800-0D09-4B92-BEC4-60EDA4CE3FD5}" type="pres">
      <dgm:prSet presAssocID="{26ACE4D7-E7F6-4CBF-8FC4-95AF8EED13BB}" presName="Name9" presStyleLbl="sibTrans2D1" presStyleIdx="0" presStyleCnt="2" custLinFactNeighborY="-13160"/>
      <dgm:spPr/>
      <dgm:t>
        <a:bodyPr/>
        <a:lstStyle/>
        <a:p>
          <a:pPr latinLnBrk="1"/>
          <a:endParaRPr lang="ko-KR" altLang="en-US"/>
        </a:p>
      </dgm:t>
    </dgm:pt>
    <dgm:pt modelId="{2A9E9B36-9ED0-4A28-A5B0-C4DE48B7BE1A}" type="pres">
      <dgm:prSet presAssocID="{091AC1C9-937A-40BC-8919-6B1092E7C82E}" presName="composite2" presStyleCnt="0"/>
      <dgm:spPr/>
    </dgm:pt>
    <dgm:pt modelId="{15A9DA78-48B7-4C27-BEA1-0163156048DF}" type="pres">
      <dgm:prSet presAssocID="{091AC1C9-937A-40BC-8919-6B1092E7C82E}" presName="dummyNode2" presStyleLbl="node1" presStyleIdx="0" presStyleCnt="3"/>
      <dgm:spPr/>
    </dgm:pt>
    <dgm:pt modelId="{C43B709B-3B38-45C4-9565-CB6D8B68FF3F}" type="pres">
      <dgm:prSet presAssocID="{091AC1C9-937A-40BC-8919-6B1092E7C82E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A88CFE9-AE3F-4E42-BAB0-45C152A61E52}" type="pres">
      <dgm:prSet presAssocID="{091AC1C9-937A-40BC-8919-6B1092E7C82E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3590A95-A852-4A53-A045-AA3D338C5ADC}" type="pres">
      <dgm:prSet presAssocID="{091AC1C9-937A-40BC-8919-6B1092E7C82E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8DD7989-24DD-4AED-98CC-F6596332C0C7}" type="pres">
      <dgm:prSet presAssocID="{091AC1C9-937A-40BC-8919-6B1092E7C82E}" presName="connSite2" presStyleCnt="0"/>
      <dgm:spPr/>
    </dgm:pt>
    <dgm:pt modelId="{F1AF469E-3609-4DD6-9537-F87656A8D4E9}" type="pres">
      <dgm:prSet presAssocID="{10B8EEE5-22C0-468D-8E70-C76268E4F22C}" presName="Name18" presStyleLbl="sibTrans2D1" presStyleIdx="1" presStyleCnt="2" custLinFactNeighborY="12019"/>
      <dgm:spPr/>
      <dgm:t>
        <a:bodyPr/>
        <a:lstStyle/>
        <a:p>
          <a:pPr latinLnBrk="1"/>
          <a:endParaRPr lang="ko-KR" altLang="en-US"/>
        </a:p>
      </dgm:t>
    </dgm:pt>
    <dgm:pt modelId="{FAA4C290-AB7F-4842-9576-2A01520CCA34}" type="pres">
      <dgm:prSet presAssocID="{5E6BC627-71DE-465A-9292-5760592B46FF}" presName="composite1" presStyleCnt="0"/>
      <dgm:spPr/>
    </dgm:pt>
    <dgm:pt modelId="{F2414FDB-83F3-4B08-A694-DF6CB35DE308}" type="pres">
      <dgm:prSet presAssocID="{5E6BC627-71DE-465A-9292-5760592B46FF}" presName="dummyNode1" presStyleLbl="node1" presStyleIdx="1" presStyleCnt="3"/>
      <dgm:spPr/>
    </dgm:pt>
    <dgm:pt modelId="{0C7C5FFE-CDF9-446B-B713-6CEB4273EF9A}" type="pres">
      <dgm:prSet presAssocID="{5E6BC627-71DE-465A-9292-5760592B46FF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F2F3853-39E3-4A0C-8166-BE73E06B1F11}" type="pres">
      <dgm:prSet presAssocID="{5E6BC627-71DE-465A-9292-5760592B46FF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CE619A0-7D72-4820-A071-B3304E51AC5E}" type="pres">
      <dgm:prSet presAssocID="{5E6BC627-71DE-465A-9292-5760592B46FF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C3082C6-B2E4-4DEA-B4C0-5654657F3775}" type="pres">
      <dgm:prSet presAssocID="{5E6BC627-71DE-465A-9292-5760592B46FF}" presName="connSite1" presStyleCnt="0"/>
      <dgm:spPr/>
    </dgm:pt>
  </dgm:ptLst>
  <dgm:cxnLst>
    <dgm:cxn modelId="{9101D115-B1AE-4C3C-A195-905CB83A98C2}" type="presOf" srcId="{4694685A-72EE-4A7F-82D9-71064FCD4879}" destId="{C43B709B-3B38-45C4-9565-CB6D8B68FF3F}" srcOrd="0" destOrd="0" presId="urn:microsoft.com/office/officeart/2005/8/layout/hProcess4"/>
    <dgm:cxn modelId="{504080FF-6B15-4E20-ABDF-AEE0FCD90037}" type="presOf" srcId="{10B8EEE5-22C0-468D-8E70-C76268E4F22C}" destId="{F1AF469E-3609-4DD6-9537-F87656A8D4E9}" srcOrd="0" destOrd="0" presId="urn:microsoft.com/office/officeart/2005/8/layout/hProcess4"/>
    <dgm:cxn modelId="{30978442-3008-427F-84E2-AB3CE16211B0}" type="presOf" srcId="{A00F3C8B-E24D-4B8B-A646-DFEC5B977658}" destId="{859AB1EC-CC33-4EB7-90D7-F00FD027CDA2}" srcOrd="0" destOrd="2" presId="urn:microsoft.com/office/officeart/2005/8/layout/hProcess4"/>
    <dgm:cxn modelId="{0F9923EE-E711-4A60-9674-AB838946FA5A}" type="presOf" srcId="{A00F3C8B-E24D-4B8B-A646-DFEC5B977658}" destId="{62AB058B-0763-41D5-B34D-949FCF1E150A}" srcOrd="1" destOrd="2" presId="urn:microsoft.com/office/officeart/2005/8/layout/hProcess4"/>
    <dgm:cxn modelId="{1391F950-86AC-4B98-8AD8-581E5B167908}" type="presOf" srcId="{EE88BC0D-0619-4327-9EBE-7F66B4FA4F15}" destId="{62AB058B-0763-41D5-B34D-949FCF1E150A}" srcOrd="1" destOrd="1" presId="urn:microsoft.com/office/officeart/2005/8/layout/hProcess4"/>
    <dgm:cxn modelId="{41850581-B630-462E-AB4B-C52BEB0E067F}" type="presOf" srcId="{0CD1C1DE-4A62-4B6A-BFEF-8AFA1904615A}" destId="{8F2F3853-39E3-4A0C-8166-BE73E06B1F11}" srcOrd="1" destOrd="0" presId="urn:microsoft.com/office/officeart/2005/8/layout/hProcess4"/>
    <dgm:cxn modelId="{F85F6916-1B76-431F-A2C2-82BEA3106D87}" srcId="{639284F1-3D62-4AE5-9A39-BAA362E539A3}" destId="{091AC1C9-937A-40BC-8919-6B1092E7C82E}" srcOrd="1" destOrd="0" parTransId="{82C2EDC8-890D-48D1-92C1-7C46E9543E34}" sibTransId="{10B8EEE5-22C0-468D-8E70-C76268E4F22C}"/>
    <dgm:cxn modelId="{16FD219D-FDC9-4542-8A65-AB2037A92B71}" srcId="{5E6BC627-71DE-465A-9292-5760592B46FF}" destId="{4856718D-F81D-4C16-8A23-98878BF11E2B}" srcOrd="1" destOrd="0" parTransId="{0D46272A-CB84-44E9-8E18-800661C85AA0}" sibTransId="{0669FF84-1257-4F6F-8B3A-3ED2708BFE43}"/>
    <dgm:cxn modelId="{B83C57A7-ACE6-4169-8AA7-96F2262E4188}" type="presOf" srcId="{C48D520A-DCA9-4097-A3D9-05185FAF87C5}" destId="{859AB1EC-CC33-4EB7-90D7-F00FD027CDA2}" srcOrd="0" destOrd="0" presId="urn:microsoft.com/office/officeart/2005/8/layout/hProcess4"/>
    <dgm:cxn modelId="{58B6B991-C29B-4BFD-984D-C1E0431754F9}" srcId="{091AC1C9-937A-40BC-8919-6B1092E7C82E}" destId="{4694685A-72EE-4A7F-82D9-71064FCD4879}" srcOrd="0" destOrd="0" parTransId="{682C3DC2-40B2-4045-8F86-2E56A9E306D1}" sibTransId="{0C5D169C-8D55-4015-8DA3-C53AEE67D2BE}"/>
    <dgm:cxn modelId="{BDE70641-954E-4E41-9873-9F7EFB222EBE}" type="presOf" srcId="{A3DFB6D7-A3EF-42C3-8A3C-D9D3B503EDAB}" destId="{7A88CFE9-AE3F-4E42-BAB0-45C152A61E52}" srcOrd="1" destOrd="2" presId="urn:microsoft.com/office/officeart/2005/8/layout/hProcess4"/>
    <dgm:cxn modelId="{CFB5803F-5395-45D2-B2FC-5CAF7246BDFE}" type="presOf" srcId="{4856718D-F81D-4C16-8A23-98878BF11E2B}" destId="{0C7C5FFE-CDF9-446B-B713-6CEB4273EF9A}" srcOrd="0" destOrd="1" presId="urn:microsoft.com/office/officeart/2005/8/layout/hProcess4"/>
    <dgm:cxn modelId="{28AA5CB3-8826-4E24-AFDF-D7DF06BD5F4A}" type="presOf" srcId="{5E6BC627-71DE-465A-9292-5760592B46FF}" destId="{0CE619A0-7D72-4820-A071-B3304E51AC5E}" srcOrd="0" destOrd="0" presId="urn:microsoft.com/office/officeart/2005/8/layout/hProcess4"/>
    <dgm:cxn modelId="{F7FB61C9-CD2C-4013-980A-002E84398B74}" type="presOf" srcId="{A3DFB6D7-A3EF-42C3-8A3C-D9D3B503EDAB}" destId="{C43B709B-3B38-45C4-9565-CB6D8B68FF3F}" srcOrd="0" destOrd="2" presId="urn:microsoft.com/office/officeart/2005/8/layout/hProcess4"/>
    <dgm:cxn modelId="{29D251EC-1D3F-4299-9DAB-D2ECD35C1055}" type="presOf" srcId="{D50FF53F-BEE4-4C53-8241-A5EA157EEFF5}" destId="{60755CFA-D850-48DA-A291-06F04312FB07}" srcOrd="0" destOrd="0" presId="urn:microsoft.com/office/officeart/2005/8/layout/hProcess4"/>
    <dgm:cxn modelId="{FB95FFEE-6475-415A-B1D7-F5EFE33F66F7}" type="presOf" srcId="{C48D520A-DCA9-4097-A3D9-05185FAF87C5}" destId="{62AB058B-0763-41D5-B34D-949FCF1E150A}" srcOrd="1" destOrd="0" presId="urn:microsoft.com/office/officeart/2005/8/layout/hProcess4"/>
    <dgm:cxn modelId="{1E495FD7-2CA6-4EF9-B099-8AD4BA323894}" srcId="{639284F1-3D62-4AE5-9A39-BAA362E539A3}" destId="{D50FF53F-BEE4-4C53-8241-A5EA157EEFF5}" srcOrd="0" destOrd="0" parTransId="{C3D93ED0-4775-4396-9C76-2F64BEBC0D05}" sibTransId="{26ACE4D7-E7F6-4CBF-8FC4-95AF8EED13BB}"/>
    <dgm:cxn modelId="{3B94A3AD-174F-4811-BB52-E23DC694B919}" type="presOf" srcId="{4694685A-72EE-4A7F-82D9-71064FCD4879}" destId="{7A88CFE9-AE3F-4E42-BAB0-45C152A61E52}" srcOrd="1" destOrd="0" presId="urn:microsoft.com/office/officeart/2005/8/layout/hProcess4"/>
    <dgm:cxn modelId="{2E914F57-BB26-453A-B253-A8FF27159F19}" type="presOf" srcId="{DE7C8BB3-D2F7-4048-A3C9-F8F7AF500281}" destId="{0C7C5FFE-CDF9-446B-B713-6CEB4273EF9A}" srcOrd="0" destOrd="2" presId="urn:microsoft.com/office/officeart/2005/8/layout/hProcess4"/>
    <dgm:cxn modelId="{B9F90BEE-B7DB-44F6-BA47-1F600BDC50A9}" type="presOf" srcId="{2B588D2C-BD2B-496F-8789-64ACF10401B2}" destId="{7A88CFE9-AE3F-4E42-BAB0-45C152A61E52}" srcOrd="1" destOrd="1" presId="urn:microsoft.com/office/officeart/2005/8/layout/hProcess4"/>
    <dgm:cxn modelId="{4BC416AA-BBF5-48FA-A0BA-2D92BEE0A2B8}" srcId="{D50FF53F-BEE4-4C53-8241-A5EA157EEFF5}" destId="{A00F3C8B-E24D-4B8B-A646-DFEC5B977658}" srcOrd="2" destOrd="0" parTransId="{D685C425-F1B5-4F3D-97E2-3A3A5FC41467}" sibTransId="{FAA0EADC-D846-4844-BFC9-D7267027B82D}"/>
    <dgm:cxn modelId="{22075EBC-C15B-4F6B-8237-2CAA9051022C}" type="presOf" srcId="{091AC1C9-937A-40BC-8919-6B1092E7C82E}" destId="{C3590A95-A852-4A53-A045-AA3D338C5ADC}" srcOrd="0" destOrd="0" presId="urn:microsoft.com/office/officeart/2005/8/layout/hProcess4"/>
    <dgm:cxn modelId="{DB97E0B7-3B65-405C-A1FC-A3E23B7480E3}" srcId="{091AC1C9-937A-40BC-8919-6B1092E7C82E}" destId="{A3DFB6D7-A3EF-42C3-8A3C-D9D3B503EDAB}" srcOrd="2" destOrd="0" parTransId="{E5420337-4DE3-4885-8AC3-7B22D1A83EAD}" sibTransId="{A59E4D3E-F4DA-43BB-8D1B-D8B66C867424}"/>
    <dgm:cxn modelId="{58CF5E49-0DEB-48F9-B3AD-6673A2C7635C}" type="presOf" srcId="{EE88BC0D-0619-4327-9EBE-7F66B4FA4F15}" destId="{859AB1EC-CC33-4EB7-90D7-F00FD027CDA2}" srcOrd="0" destOrd="1" presId="urn:microsoft.com/office/officeart/2005/8/layout/hProcess4"/>
    <dgm:cxn modelId="{2DEAF0FD-294C-412A-856B-D5477E258AE7}" srcId="{D50FF53F-BEE4-4C53-8241-A5EA157EEFF5}" destId="{C48D520A-DCA9-4097-A3D9-05185FAF87C5}" srcOrd="0" destOrd="0" parTransId="{B90AB1DD-55FF-409A-AF49-6433CA550B9E}" sibTransId="{1658F13D-048E-4F8C-BBF3-D058B9B0C825}"/>
    <dgm:cxn modelId="{4A9FCE06-98E9-4697-91DB-6A5438BBB6A1}" srcId="{5E6BC627-71DE-465A-9292-5760592B46FF}" destId="{DE7C8BB3-D2F7-4048-A3C9-F8F7AF500281}" srcOrd="2" destOrd="0" parTransId="{B8B0F060-8C62-4AC6-AF04-81A397C8316F}" sibTransId="{31652F9C-B57E-4CB8-9BA4-64AC6DDBE998}"/>
    <dgm:cxn modelId="{2D690FF8-1FF7-4C67-BF28-BFE8E8716214}" srcId="{D50FF53F-BEE4-4C53-8241-A5EA157EEFF5}" destId="{EE88BC0D-0619-4327-9EBE-7F66B4FA4F15}" srcOrd="1" destOrd="0" parTransId="{CA42E400-C1F0-485D-A198-11ADE811ECF7}" sibTransId="{3FE4EABB-95D8-416C-8C65-8BA0648E04A2}"/>
    <dgm:cxn modelId="{E61ADF97-50C3-4FB4-9DEE-4D18C6873C6A}" type="presOf" srcId="{0CD1C1DE-4A62-4B6A-BFEF-8AFA1904615A}" destId="{0C7C5FFE-CDF9-446B-B713-6CEB4273EF9A}" srcOrd="0" destOrd="0" presId="urn:microsoft.com/office/officeart/2005/8/layout/hProcess4"/>
    <dgm:cxn modelId="{53C99254-CD7B-45FB-82AD-114752F493BA}" srcId="{639284F1-3D62-4AE5-9A39-BAA362E539A3}" destId="{5E6BC627-71DE-465A-9292-5760592B46FF}" srcOrd="2" destOrd="0" parTransId="{EB0B9E1A-27FF-4480-B98C-A23A2D22C9DA}" sibTransId="{6C6C8F4A-0E58-4B8B-97D3-7F7100B546D1}"/>
    <dgm:cxn modelId="{9133D835-EB86-4F4A-8B96-DA8881841CB3}" type="presOf" srcId="{DE7C8BB3-D2F7-4048-A3C9-F8F7AF500281}" destId="{8F2F3853-39E3-4A0C-8166-BE73E06B1F11}" srcOrd="1" destOrd="2" presId="urn:microsoft.com/office/officeart/2005/8/layout/hProcess4"/>
    <dgm:cxn modelId="{1464DB6C-A396-4E2B-B428-32F19F01BB58}" type="presOf" srcId="{639284F1-3D62-4AE5-9A39-BAA362E539A3}" destId="{D5F7BCD5-3121-429F-8979-A5B0D2CD02F8}" srcOrd="0" destOrd="0" presId="urn:microsoft.com/office/officeart/2005/8/layout/hProcess4"/>
    <dgm:cxn modelId="{3888C235-880F-462A-AAB4-036E42DE652C}" type="presOf" srcId="{26ACE4D7-E7F6-4CBF-8FC4-95AF8EED13BB}" destId="{8F9BE800-0D09-4B92-BEC4-60EDA4CE3FD5}" srcOrd="0" destOrd="0" presId="urn:microsoft.com/office/officeart/2005/8/layout/hProcess4"/>
    <dgm:cxn modelId="{3ECF8DEB-B9A8-4FA9-848C-9B2B130219E2}" srcId="{091AC1C9-937A-40BC-8919-6B1092E7C82E}" destId="{2B588D2C-BD2B-496F-8789-64ACF10401B2}" srcOrd="1" destOrd="0" parTransId="{3F650358-87AB-4781-95F6-1B73C1159630}" sibTransId="{80D96FD7-F239-405E-BD78-86CC14B2F2A1}"/>
    <dgm:cxn modelId="{F652B406-459E-4CA2-9064-3E2489306318}" type="presOf" srcId="{4856718D-F81D-4C16-8A23-98878BF11E2B}" destId="{8F2F3853-39E3-4A0C-8166-BE73E06B1F11}" srcOrd="1" destOrd="1" presId="urn:microsoft.com/office/officeart/2005/8/layout/hProcess4"/>
    <dgm:cxn modelId="{71174C4A-5CFC-43B3-9377-6C4519101963}" type="presOf" srcId="{2B588D2C-BD2B-496F-8789-64ACF10401B2}" destId="{C43B709B-3B38-45C4-9565-CB6D8B68FF3F}" srcOrd="0" destOrd="1" presId="urn:microsoft.com/office/officeart/2005/8/layout/hProcess4"/>
    <dgm:cxn modelId="{1CDD3191-760C-41BC-AFCA-E1CF6B352B17}" srcId="{5E6BC627-71DE-465A-9292-5760592B46FF}" destId="{0CD1C1DE-4A62-4B6A-BFEF-8AFA1904615A}" srcOrd="0" destOrd="0" parTransId="{2DFE9ABD-2C0F-4061-9D84-9A714DF42114}" sibTransId="{9B60925B-769F-40DA-B898-3920FF0DC1CC}"/>
    <dgm:cxn modelId="{D93B6EE5-53CB-4D27-B6DA-3FF3532C857E}" type="presParOf" srcId="{D5F7BCD5-3121-429F-8979-A5B0D2CD02F8}" destId="{AEB224A8-32F3-4E64-A1A3-37FCF8E6C0EC}" srcOrd="0" destOrd="0" presId="urn:microsoft.com/office/officeart/2005/8/layout/hProcess4"/>
    <dgm:cxn modelId="{1BAD0161-885E-415D-BBDC-89ABC4661D53}" type="presParOf" srcId="{D5F7BCD5-3121-429F-8979-A5B0D2CD02F8}" destId="{BF35B6DB-E698-4C66-B7A7-92D9C5833FA9}" srcOrd="1" destOrd="0" presId="urn:microsoft.com/office/officeart/2005/8/layout/hProcess4"/>
    <dgm:cxn modelId="{6462DAE4-146D-41D8-8280-CB69CE288193}" type="presParOf" srcId="{D5F7BCD5-3121-429F-8979-A5B0D2CD02F8}" destId="{5CE92EF6-6CA7-4F6C-AECC-A0CE9938F43F}" srcOrd="2" destOrd="0" presId="urn:microsoft.com/office/officeart/2005/8/layout/hProcess4"/>
    <dgm:cxn modelId="{DB97E99F-E05E-4CB3-AF7F-3DD272391DC2}" type="presParOf" srcId="{5CE92EF6-6CA7-4F6C-AECC-A0CE9938F43F}" destId="{09ACF4D7-3260-440C-81AC-6E5882D551B4}" srcOrd="0" destOrd="0" presId="urn:microsoft.com/office/officeart/2005/8/layout/hProcess4"/>
    <dgm:cxn modelId="{67B121FC-5AB5-4F4D-B548-08C6E15B3B22}" type="presParOf" srcId="{09ACF4D7-3260-440C-81AC-6E5882D551B4}" destId="{5A8CB257-0044-47C9-A1BF-AF1621610A99}" srcOrd="0" destOrd="0" presId="urn:microsoft.com/office/officeart/2005/8/layout/hProcess4"/>
    <dgm:cxn modelId="{4B207BED-9C86-41C8-A330-FF8F66223C19}" type="presParOf" srcId="{09ACF4D7-3260-440C-81AC-6E5882D551B4}" destId="{859AB1EC-CC33-4EB7-90D7-F00FD027CDA2}" srcOrd="1" destOrd="0" presId="urn:microsoft.com/office/officeart/2005/8/layout/hProcess4"/>
    <dgm:cxn modelId="{AE5A5098-D508-42D3-9A7A-87B04B821BC0}" type="presParOf" srcId="{09ACF4D7-3260-440C-81AC-6E5882D551B4}" destId="{62AB058B-0763-41D5-B34D-949FCF1E150A}" srcOrd="2" destOrd="0" presId="urn:microsoft.com/office/officeart/2005/8/layout/hProcess4"/>
    <dgm:cxn modelId="{C4FA48E5-C1A3-4C20-A237-D00961B095CD}" type="presParOf" srcId="{09ACF4D7-3260-440C-81AC-6E5882D551B4}" destId="{60755CFA-D850-48DA-A291-06F04312FB07}" srcOrd="3" destOrd="0" presId="urn:microsoft.com/office/officeart/2005/8/layout/hProcess4"/>
    <dgm:cxn modelId="{A8EA4A15-F2F8-460C-8C95-3BB7784176AE}" type="presParOf" srcId="{09ACF4D7-3260-440C-81AC-6E5882D551B4}" destId="{9EBD7511-941E-4812-A3AB-889D70E308D6}" srcOrd="4" destOrd="0" presId="urn:microsoft.com/office/officeart/2005/8/layout/hProcess4"/>
    <dgm:cxn modelId="{6B72406B-1BFE-4003-B2FD-A87A7E95EE41}" type="presParOf" srcId="{5CE92EF6-6CA7-4F6C-AECC-A0CE9938F43F}" destId="{8F9BE800-0D09-4B92-BEC4-60EDA4CE3FD5}" srcOrd="1" destOrd="0" presId="urn:microsoft.com/office/officeart/2005/8/layout/hProcess4"/>
    <dgm:cxn modelId="{11BB0697-C4B6-42A3-9277-D208C8832BCC}" type="presParOf" srcId="{5CE92EF6-6CA7-4F6C-AECC-A0CE9938F43F}" destId="{2A9E9B36-9ED0-4A28-A5B0-C4DE48B7BE1A}" srcOrd="2" destOrd="0" presId="urn:microsoft.com/office/officeart/2005/8/layout/hProcess4"/>
    <dgm:cxn modelId="{77C2D4A6-0916-4FC4-A56A-FD9AEFFB16A7}" type="presParOf" srcId="{2A9E9B36-9ED0-4A28-A5B0-C4DE48B7BE1A}" destId="{15A9DA78-48B7-4C27-BEA1-0163156048DF}" srcOrd="0" destOrd="0" presId="urn:microsoft.com/office/officeart/2005/8/layout/hProcess4"/>
    <dgm:cxn modelId="{B49783DC-44A1-4B3D-83BB-8AC15E975D11}" type="presParOf" srcId="{2A9E9B36-9ED0-4A28-A5B0-C4DE48B7BE1A}" destId="{C43B709B-3B38-45C4-9565-CB6D8B68FF3F}" srcOrd="1" destOrd="0" presId="urn:microsoft.com/office/officeart/2005/8/layout/hProcess4"/>
    <dgm:cxn modelId="{ABFF9F02-AC3C-40EB-8282-BF791DA8706E}" type="presParOf" srcId="{2A9E9B36-9ED0-4A28-A5B0-C4DE48B7BE1A}" destId="{7A88CFE9-AE3F-4E42-BAB0-45C152A61E52}" srcOrd="2" destOrd="0" presId="urn:microsoft.com/office/officeart/2005/8/layout/hProcess4"/>
    <dgm:cxn modelId="{1F4344EF-0576-4943-8186-6C1AA12A2DC5}" type="presParOf" srcId="{2A9E9B36-9ED0-4A28-A5B0-C4DE48B7BE1A}" destId="{C3590A95-A852-4A53-A045-AA3D338C5ADC}" srcOrd="3" destOrd="0" presId="urn:microsoft.com/office/officeart/2005/8/layout/hProcess4"/>
    <dgm:cxn modelId="{03C64EBA-0771-4ABE-A694-78DFBE071A87}" type="presParOf" srcId="{2A9E9B36-9ED0-4A28-A5B0-C4DE48B7BE1A}" destId="{A8DD7989-24DD-4AED-98CC-F6596332C0C7}" srcOrd="4" destOrd="0" presId="urn:microsoft.com/office/officeart/2005/8/layout/hProcess4"/>
    <dgm:cxn modelId="{A0D88474-8607-477A-A90A-B2F662D7960E}" type="presParOf" srcId="{5CE92EF6-6CA7-4F6C-AECC-A0CE9938F43F}" destId="{F1AF469E-3609-4DD6-9537-F87656A8D4E9}" srcOrd="3" destOrd="0" presId="urn:microsoft.com/office/officeart/2005/8/layout/hProcess4"/>
    <dgm:cxn modelId="{627B48A1-1436-4119-81E3-DF7B29FD9006}" type="presParOf" srcId="{5CE92EF6-6CA7-4F6C-AECC-A0CE9938F43F}" destId="{FAA4C290-AB7F-4842-9576-2A01520CCA34}" srcOrd="4" destOrd="0" presId="urn:microsoft.com/office/officeart/2005/8/layout/hProcess4"/>
    <dgm:cxn modelId="{3CFD7964-82E0-4939-A5D5-3C53D5483958}" type="presParOf" srcId="{FAA4C290-AB7F-4842-9576-2A01520CCA34}" destId="{F2414FDB-83F3-4B08-A694-DF6CB35DE308}" srcOrd="0" destOrd="0" presId="urn:microsoft.com/office/officeart/2005/8/layout/hProcess4"/>
    <dgm:cxn modelId="{408A4776-9132-427A-98C7-5891866D22AB}" type="presParOf" srcId="{FAA4C290-AB7F-4842-9576-2A01520CCA34}" destId="{0C7C5FFE-CDF9-446B-B713-6CEB4273EF9A}" srcOrd="1" destOrd="0" presId="urn:microsoft.com/office/officeart/2005/8/layout/hProcess4"/>
    <dgm:cxn modelId="{934E64A0-C5B4-41A5-8534-939AFA6778AF}" type="presParOf" srcId="{FAA4C290-AB7F-4842-9576-2A01520CCA34}" destId="{8F2F3853-39E3-4A0C-8166-BE73E06B1F11}" srcOrd="2" destOrd="0" presId="urn:microsoft.com/office/officeart/2005/8/layout/hProcess4"/>
    <dgm:cxn modelId="{1191D15D-F75D-415B-9B3D-07D842775572}" type="presParOf" srcId="{FAA4C290-AB7F-4842-9576-2A01520CCA34}" destId="{0CE619A0-7D72-4820-A071-B3304E51AC5E}" srcOrd="3" destOrd="0" presId="urn:microsoft.com/office/officeart/2005/8/layout/hProcess4"/>
    <dgm:cxn modelId="{E1FD09B1-7D40-40B7-A4C5-6BAF4D21D60A}" type="presParOf" srcId="{FAA4C290-AB7F-4842-9576-2A01520CCA34}" destId="{9C3082C6-B2E4-4DEA-B4C0-5654657F3775}" srcOrd="4" destOrd="0" presId="urn:microsoft.com/office/officeart/2005/8/layout/hProcess4"/>
  </dgm:cxnLst>
  <dgm:bg/>
  <dgm:whole>
    <a:ln>
      <a:solidFill>
        <a:schemeClr val="accent1">
          <a:shade val="50000"/>
        </a:schemeClr>
      </a:solidFill>
    </a:ln>
  </dgm:whole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E5F46B-A246-4EEE-A219-8555774D02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5E1E09A-0360-440D-AF75-A1F1DE9CA19B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회 사  명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대산정보기술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79C9D949-C691-4BBC-95A5-D0E55AE6CF65}" type="parTrans" cxnId="{3DCDDAA4-452A-496A-B84E-C0C31D1E29B1}">
      <dgm:prSet/>
      <dgm:spPr/>
      <dgm:t>
        <a:bodyPr/>
        <a:lstStyle/>
        <a:p>
          <a:pPr latinLnBrk="1"/>
          <a:endParaRPr lang="ko-KR" altLang="en-US"/>
        </a:p>
      </dgm:t>
    </dgm:pt>
    <dgm:pt modelId="{7D582B42-034A-4979-8321-390B5728C7ED}" type="sibTrans" cxnId="{3DCDDAA4-452A-496A-B84E-C0C31D1E29B1}">
      <dgm:prSet/>
      <dgm:spPr/>
      <dgm:t>
        <a:bodyPr/>
        <a:lstStyle/>
        <a:p>
          <a:pPr latinLnBrk="1"/>
          <a:endParaRPr lang="ko-KR" altLang="en-US"/>
        </a:p>
      </dgm:t>
    </dgm:pt>
    <dgm:pt modelId="{95E4E387-AB9B-46BE-B1DF-35C13FC896FF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설립일자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2009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년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 9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월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24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일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1755218D-0CBD-44C2-86BF-7E3529AB39E8}" type="parTrans" cxnId="{EFB12C88-65C7-4388-A940-8FB8F3EFCE0B}">
      <dgm:prSet/>
      <dgm:spPr/>
      <dgm:t>
        <a:bodyPr/>
        <a:lstStyle/>
        <a:p>
          <a:pPr latinLnBrk="1"/>
          <a:endParaRPr lang="ko-KR" altLang="en-US"/>
        </a:p>
      </dgm:t>
    </dgm:pt>
    <dgm:pt modelId="{3321DF04-C80E-4888-88A3-8488F3330012}" type="sibTrans" cxnId="{EFB12C88-65C7-4388-A940-8FB8F3EFCE0B}">
      <dgm:prSet/>
      <dgm:spPr/>
      <dgm:t>
        <a:bodyPr/>
        <a:lstStyle/>
        <a:p>
          <a:pPr latinLnBrk="1"/>
          <a:endParaRPr lang="ko-KR" altLang="en-US"/>
        </a:p>
      </dgm:t>
    </dgm:pt>
    <dgm:pt modelId="{30FD704E-890C-4F93-877F-858D5F557557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대표이사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류      시     채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 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A5052B60-BD0D-4719-8F2B-25827D76669F}" type="parTrans" cxnId="{DD3708E9-0600-44DE-95EF-952EB80E1E60}">
      <dgm:prSet/>
      <dgm:spPr/>
      <dgm:t>
        <a:bodyPr/>
        <a:lstStyle/>
        <a:p>
          <a:pPr latinLnBrk="1"/>
          <a:endParaRPr lang="ko-KR" altLang="en-US"/>
        </a:p>
      </dgm:t>
    </dgm:pt>
    <dgm:pt modelId="{365A62D0-381C-46B7-87CB-AF2BE60BFF55}" type="sibTrans" cxnId="{DD3708E9-0600-44DE-95EF-952EB80E1E60}">
      <dgm:prSet/>
      <dgm:spPr/>
      <dgm:t>
        <a:bodyPr/>
        <a:lstStyle/>
        <a:p>
          <a:pPr latinLnBrk="1"/>
          <a:endParaRPr lang="ko-KR" altLang="en-US"/>
        </a:p>
      </dgm:t>
    </dgm:pt>
    <dgm:pt modelId="{6A494C27-1950-4A97-BB7A-28D48FA25849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주요사업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전산자원 아웃소싱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인력파견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전산기기 및 장비 공급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73925DE6-F67E-46F4-8095-03E86FE7A62B}" type="parTrans" cxnId="{E6732646-C26F-4FAA-9DE4-FD6A280DEECB}">
      <dgm:prSet/>
      <dgm:spPr/>
      <dgm:t>
        <a:bodyPr/>
        <a:lstStyle/>
        <a:p>
          <a:pPr latinLnBrk="1"/>
          <a:endParaRPr lang="ko-KR" altLang="en-US"/>
        </a:p>
      </dgm:t>
    </dgm:pt>
    <dgm:pt modelId="{FBF441B8-70E7-4936-912D-E4442BDD6286}" type="sibTrans" cxnId="{E6732646-C26F-4FAA-9DE4-FD6A280DEECB}">
      <dgm:prSet/>
      <dgm:spPr/>
      <dgm:t>
        <a:bodyPr/>
        <a:lstStyle/>
        <a:p>
          <a:pPr latinLnBrk="1"/>
          <a:endParaRPr lang="ko-KR" altLang="en-US"/>
        </a:p>
      </dgm:t>
    </dgm:pt>
    <dgm:pt modelId="{6F6CE8DF-2E47-426A-99D9-5EBA41CDB1A3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bg2"/>
              </a:solidFill>
              <a:latin typeface="+mn-ea"/>
              <a:ea typeface="+mn-ea"/>
            </a:rPr>
            <a:t>직 원  수 </a:t>
          </a:r>
          <a:r>
            <a:rPr lang="en-US" altLang="ko-KR" b="1" dirty="0" smtClean="0">
              <a:solidFill>
                <a:schemeClr val="bg2"/>
              </a:solidFill>
              <a:latin typeface="+mn-ea"/>
              <a:ea typeface="+mn-ea"/>
            </a:rPr>
            <a:t>: 00</a:t>
          </a:r>
          <a:r>
            <a:rPr lang="ko-KR" altLang="en-US" b="1" dirty="0" smtClean="0">
              <a:solidFill>
                <a:schemeClr val="bg2"/>
              </a:solidFill>
              <a:latin typeface="+mn-ea"/>
              <a:ea typeface="+mn-ea"/>
            </a:rPr>
            <a:t>명</a:t>
          </a:r>
          <a:endParaRPr lang="ko-KR" altLang="en-US" b="1" dirty="0">
            <a:solidFill>
              <a:schemeClr val="bg2"/>
            </a:solidFill>
            <a:latin typeface="+mn-ea"/>
            <a:ea typeface="+mn-ea"/>
          </a:endParaRPr>
        </a:p>
      </dgm:t>
    </dgm:pt>
    <dgm:pt modelId="{CED1CD69-D898-469F-93C2-2D999556F9DA}" type="parTrans" cxnId="{6BC01286-543E-4D3D-961A-CB54E966EAD2}">
      <dgm:prSet/>
      <dgm:spPr/>
      <dgm:t>
        <a:bodyPr/>
        <a:lstStyle/>
        <a:p>
          <a:pPr latinLnBrk="1"/>
          <a:endParaRPr lang="ko-KR" altLang="en-US"/>
        </a:p>
      </dgm:t>
    </dgm:pt>
    <dgm:pt modelId="{0193A02A-F19C-42F3-B18D-A2DE3A090135}" type="sibTrans" cxnId="{6BC01286-543E-4D3D-961A-CB54E966EAD2}">
      <dgm:prSet/>
      <dgm:spPr/>
      <dgm:t>
        <a:bodyPr/>
        <a:lstStyle/>
        <a:p>
          <a:pPr latinLnBrk="1"/>
          <a:endParaRPr lang="ko-KR" altLang="en-US"/>
        </a:p>
      </dgm:t>
    </dgm:pt>
    <dgm:pt modelId="{DF6C5A54-1F70-41AF-AC97-4DE5D0C4A94B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주      소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경기도 부천시 소사구 송내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2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동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580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D1CF8B5E-3C18-4C0C-90A9-5946A5C28C9E}" type="parTrans" cxnId="{9D15EF97-F19F-4232-B9B9-FF18A97C326D}">
      <dgm:prSet/>
      <dgm:spPr/>
      <dgm:t>
        <a:bodyPr/>
        <a:lstStyle/>
        <a:p>
          <a:pPr latinLnBrk="1"/>
          <a:endParaRPr lang="ko-KR" altLang="en-US"/>
        </a:p>
      </dgm:t>
    </dgm:pt>
    <dgm:pt modelId="{CFECD016-06E3-4DB4-BDF6-BA2F11544B30}" type="sibTrans" cxnId="{9D15EF97-F19F-4232-B9B9-FF18A97C326D}">
      <dgm:prSet/>
      <dgm:spPr/>
      <dgm:t>
        <a:bodyPr/>
        <a:lstStyle/>
        <a:p>
          <a:pPr latinLnBrk="1"/>
          <a:endParaRPr lang="ko-KR" altLang="en-US"/>
        </a:p>
      </dgm:t>
    </dgm:pt>
    <dgm:pt modelId="{820D3C5E-D599-4302-A05D-1A6984B74DF1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자 본  금 </a:t>
          </a:r>
          <a:r>
            <a:rPr lang="en-US" altLang="ko-KR" b="1" dirty="0" smtClean="0">
              <a:solidFill>
                <a:schemeClr val="tx1"/>
              </a:solidFill>
              <a:latin typeface="+mn-ea"/>
              <a:ea typeface="+mn-ea"/>
            </a:rPr>
            <a:t>: 0</a:t>
          </a:r>
          <a:r>
            <a:rPr lang="ko-KR" altLang="en-US" b="1" dirty="0" smtClean="0">
              <a:solidFill>
                <a:schemeClr val="tx1"/>
              </a:solidFill>
              <a:latin typeface="+mn-ea"/>
              <a:ea typeface="+mn-ea"/>
            </a:rPr>
            <a:t>천만원</a:t>
          </a:r>
          <a:endParaRPr lang="ko-KR" altLang="en-US" b="1" dirty="0">
            <a:solidFill>
              <a:schemeClr val="tx1"/>
            </a:solidFill>
            <a:latin typeface="+mn-ea"/>
            <a:ea typeface="+mn-ea"/>
          </a:endParaRPr>
        </a:p>
      </dgm:t>
    </dgm:pt>
    <dgm:pt modelId="{C9209684-9DDE-472E-B27A-BECC0D4F05BA}" type="parTrans" cxnId="{E17F1775-FFDF-4677-9BE8-635CEDE8D319}">
      <dgm:prSet/>
      <dgm:spPr/>
      <dgm:t>
        <a:bodyPr/>
        <a:lstStyle/>
        <a:p>
          <a:pPr latinLnBrk="1"/>
          <a:endParaRPr lang="ko-KR" altLang="en-US"/>
        </a:p>
      </dgm:t>
    </dgm:pt>
    <dgm:pt modelId="{BA4A0271-96E1-4D9F-AA26-1F9DAA7E64E8}" type="sibTrans" cxnId="{E17F1775-FFDF-4677-9BE8-635CEDE8D319}">
      <dgm:prSet/>
      <dgm:spPr/>
      <dgm:t>
        <a:bodyPr/>
        <a:lstStyle/>
        <a:p>
          <a:pPr latinLnBrk="1"/>
          <a:endParaRPr lang="ko-KR" altLang="en-US"/>
        </a:p>
      </dgm:t>
    </dgm:pt>
    <dgm:pt modelId="{D6D6BF57-9563-445C-95BD-50840A0D230E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b="1" dirty="0" smtClean="0">
              <a:solidFill>
                <a:schemeClr val="bg2">
                  <a:lumMod val="90000"/>
                </a:schemeClr>
              </a:solidFill>
              <a:latin typeface="+mn-ea"/>
              <a:ea typeface="+mn-ea"/>
            </a:rPr>
            <a:t>홈페이지 </a:t>
          </a:r>
          <a:r>
            <a:rPr lang="en-US" altLang="ko-KR" b="1" dirty="0" smtClean="0">
              <a:solidFill>
                <a:schemeClr val="bg2">
                  <a:lumMod val="90000"/>
                </a:schemeClr>
              </a:solidFill>
              <a:latin typeface="+mn-ea"/>
              <a:ea typeface="+mn-ea"/>
            </a:rPr>
            <a:t>: www.daesanit.co.kr</a:t>
          </a:r>
          <a:endParaRPr lang="ko-KR" altLang="en-US" b="1" dirty="0">
            <a:solidFill>
              <a:schemeClr val="bg2">
                <a:lumMod val="90000"/>
              </a:schemeClr>
            </a:solidFill>
            <a:latin typeface="+mn-ea"/>
            <a:ea typeface="+mn-ea"/>
          </a:endParaRPr>
        </a:p>
      </dgm:t>
    </dgm:pt>
    <dgm:pt modelId="{8ACB5279-0144-45D7-AB3E-6F7CCFC9DF77}" type="parTrans" cxnId="{D8759B68-4E61-4D3C-92C5-C92428EB4603}">
      <dgm:prSet/>
      <dgm:spPr/>
      <dgm:t>
        <a:bodyPr/>
        <a:lstStyle/>
        <a:p>
          <a:pPr latinLnBrk="1"/>
          <a:endParaRPr lang="ko-KR" altLang="en-US"/>
        </a:p>
      </dgm:t>
    </dgm:pt>
    <dgm:pt modelId="{EE10390B-2439-4F20-A3F1-0B51E27200A1}" type="sibTrans" cxnId="{D8759B68-4E61-4D3C-92C5-C92428EB4603}">
      <dgm:prSet/>
      <dgm:spPr/>
      <dgm:t>
        <a:bodyPr/>
        <a:lstStyle/>
        <a:p>
          <a:pPr latinLnBrk="1"/>
          <a:endParaRPr lang="ko-KR" altLang="en-US"/>
        </a:p>
      </dgm:t>
    </dgm:pt>
    <dgm:pt modelId="{E509962C-2454-4197-925B-03404D86187B}" type="pres">
      <dgm:prSet presAssocID="{ACE5F46B-A246-4EEE-A219-8555774D02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4C1CDF-2062-4435-8852-6BFB4C308D32}" type="pres">
      <dgm:prSet presAssocID="{E5E1E09A-0360-440D-AF75-A1F1DE9CA19B}" presName="parentText" presStyleLbl="node1" presStyleIdx="0" presStyleCnt="8" custLinFactY="-519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BFECA04-6DC7-4D83-AD04-CA4B8C18ED94}" type="pres">
      <dgm:prSet presAssocID="{7D582B42-034A-4979-8321-390B5728C7ED}" presName="spacer" presStyleCnt="0"/>
      <dgm:spPr/>
    </dgm:pt>
    <dgm:pt modelId="{23E48E29-C10A-4031-AEC7-DD9BD2D54A42}" type="pres">
      <dgm:prSet presAssocID="{30FD704E-890C-4F93-877F-858D5F557557}" presName="parentText" presStyleLbl="node1" presStyleIdx="1" presStyleCnt="8" custLinFactNeighborY="-50573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898199F-73B4-4C55-877C-94C8F0603974}" type="pres">
      <dgm:prSet presAssocID="{365A62D0-381C-46B7-87CB-AF2BE60BFF55}" presName="spacer" presStyleCnt="0"/>
      <dgm:spPr/>
    </dgm:pt>
    <dgm:pt modelId="{42363753-535E-4AB0-B465-B9D1CAAEBA5E}" type="pres">
      <dgm:prSet presAssocID="{95E4E387-AB9B-46BE-B1DF-35C13FC896FF}" presName="parentText" presStyleLbl="node1" presStyleIdx="2" presStyleCnt="8" custLinFactNeighborY="-2563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9BC82B1-6245-4B25-BF61-98746F08ECB9}" type="pres">
      <dgm:prSet presAssocID="{3321DF04-C80E-4888-88A3-8488F3330012}" presName="spacer" presStyleCnt="0"/>
      <dgm:spPr/>
    </dgm:pt>
    <dgm:pt modelId="{1C22903E-ECAC-4F49-A81F-2D1A8C6E98E3}" type="pres">
      <dgm:prSet presAssocID="{6A494C27-1950-4A97-BB7A-28D48FA25849}" presName="parentText" presStyleLbl="node1" presStyleIdx="3" presStyleCnt="8" custLinFactNeighborY="-2563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7533D7F-7C80-4D48-8A4A-71DF9F1A00BE}" type="pres">
      <dgm:prSet presAssocID="{FBF441B8-70E7-4936-912D-E4442BDD6286}" presName="spacer" presStyleCnt="0"/>
      <dgm:spPr/>
    </dgm:pt>
    <dgm:pt modelId="{625EAC80-9565-4FF6-9A6C-025371D2BA6E}" type="pres">
      <dgm:prSet presAssocID="{6F6CE8DF-2E47-426A-99D9-5EBA41CDB1A3}" presName="parentText" presStyleLbl="node1" presStyleIdx="4" presStyleCnt="8" custLinFactNeighborY="-2563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F704849-B7DC-4EBF-83E7-86451D278125}" type="pres">
      <dgm:prSet presAssocID="{0193A02A-F19C-42F3-B18D-A2DE3A090135}" presName="spacer" presStyleCnt="0"/>
      <dgm:spPr/>
    </dgm:pt>
    <dgm:pt modelId="{F260640D-E19A-40D7-8481-C46BE45F2747}" type="pres">
      <dgm:prSet presAssocID="{DF6C5A54-1F70-41AF-AC97-4DE5D0C4A94B}" presName="parentText" presStyleLbl="node1" presStyleIdx="5" presStyleCnt="8" custLinFactNeighborY="-2563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700398E-F19D-4A55-A1AB-4974EDFD101B}" type="pres">
      <dgm:prSet presAssocID="{CFECD016-06E3-4DB4-BDF6-BA2F11544B30}" presName="spacer" presStyleCnt="0"/>
      <dgm:spPr/>
    </dgm:pt>
    <dgm:pt modelId="{BA21F3EA-D3FB-4FF8-8CFA-9FC517E57466}" type="pres">
      <dgm:prSet presAssocID="{820D3C5E-D599-4302-A05D-1A6984B74DF1}" presName="parentText" presStyleLbl="node1" presStyleIdx="6" presStyleCnt="8" custLinFactNeighborY="-25637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008E3CE-60A8-47EB-8B88-CB124AE3D05C}" type="pres">
      <dgm:prSet presAssocID="{BA4A0271-96E1-4D9F-AA26-1F9DAA7E64E8}" presName="spacer" presStyleCnt="0"/>
      <dgm:spPr/>
    </dgm:pt>
    <dgm:pt modelId="{574A7A7A-77ED-4B87-A89B-081D00466411}" type="pres">
      <dgm:prSet presAssocID="{D6D6BF57-9563-445C-95BD-50840A0D230E}" presName="parentText" presStyleLbl="node1" presStyleIdx="7" presStyleCnt="8" custLinFactNeighborY="-18658">
        <dgm:presLayoutVars>
          <dgm:chMax val="0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D8759B68-4E61-4D3C-92C5-C92428EB4603}" srcId="{ACE5F46B-A246-4EEE-A219-8555774D0269}" destId="{D6D6BF57-9563-445C-95BD-50840A0D230E}" srcOrd="7" destOrd="0" parTransId="{8ACB5279-0144-45D7-AB3E-6F7CCFC9DF77}" sibTransId="{EE10390B-2439-4F20-A3F1-0B51E27200A1}"/>
    <dgm:cxn modelId="{DD3708E9-0600-44DE-95EF-952EB80E1E60}" srcId="{ACE5F46B-A246-4EEE-A219-8555774D0269}" destId="{30FD704E-890C-4F93-877F-858D5F557557}" srcOrd="1" destOrd="0" parTransId="{A5052B60-BD0D-4719-8F2B-25827D76669F}" sibTransId="{365A62D0-381C-46B7-87CB-AF2BE60BFF55}"/>
    <dgm:cxn modelId="{E17F1775-FFDF-4677-9BE8-635CEDE8D319}" srcId="{ACE5F46B-A246-4EEE-A219-8555774D0269}" destId="{820D3C5E-D599-4302-A05D-1A6984B74DF1}" srcOrd="6" destOrd="0" parTransId="{C9209684-9DDE-472E-B27A-BECC0D4F05BA}" sibTransId="{BA4A0271-96E1-4D9F-AA26-1F9DAA7E64E8}"/>
    <dgm:cxn modelId="{EFB12C88-65C7-4388-A940-8FB8F3EFCE0B}" srcId="{ACE5F46B-A246-4EEE-A219-8555774D0269}" destId="{95E4E387-AB9B-46BE-B1DF-35C13FC896FF}" srcOrd="2" destOrd="0" parTransId="{1755218D-0CBD-44C2-86BF-7E3529AB39E8}" sibTransId="{3321DF04-C80E-4888-88A3-8488F3330012}"/>
    <dgm:cxn modelId="{4549F913-284F-4513-95DD-5380E511059F}" type="presOf" srcId="{D6D6BF57-9563-445C-95BD-50840A0D230E}" destId="{574A7A7A-77ED-4B87-A89B-081D00466411}" srcOrd="0" destOrd="0" presId="urn:microsoft.com/office/officeart/2005/8/layout/vList2"/>
    <dgm:cxn modelId="{E6732646-C26F-4FAA-9DE4-FD6A280DEECB}" srcId="{ACE5F46B-A246-4EEE-A219-8555774D0269}" destId="{6A494C27-1950-4A97-BB7A-28D48FA25849}" srcOrd="3" destOrd="0" parTransId="{73925DE6-F67E-46F4-8095-03E86FE7A62B}" sibTransId="{FBF441B8-70E7-4936-912D-E4442BDD6286}"/>
    <dgm:cxn modelId="{38FE4F6A-8D51-4E2A-8353-55A5C8A3FC7C}" type="presOf" srcId="{E5E1E09A-0360-440D-AF75-A1F1DE9CA19B}" destId="{274C1CDF-2062-4435-8852-6BFB4C308D32}" srcOrd="0" destOrd="0" presId="urn:microsoft.com/office/officeart/2005/8/layout/vList2"/>
    <dgm:cxn modelId="{5DF6AA19-A2E5-4E07-BCCE-D637F79ABDF9}" type="presOf" srcId="{ACE5F46B-A246-4EEE-A219-8555774D0269}" destId="{E509962C-2454-4197-925B-03404D86187B}" srcOrd="0" destOrd="0" presId="urn:microsoft.com/office/officeart/2005/8/layout/vList2"/>
    <dgm:cxn modelId="{EB72657B-3D1C-4082-A183-E36721BCC83A}" type="presOf" srcId="{30FD704E-890C-4F93-877F-858D5F557557}" destId="{23E48E29-C10A-4031-AEC7-DD9BD2D54A42}" srcOrd="0" destOrd="0" presId="urn:microsoft.com/office/officeart/2005/8/layout/vList2"/>
    <dgm:cxn modelId="{7C75A094-BA55-4BBE-9322-5283F648CF01}" type="presOf" srcId="{820D3C5E-D599-4302-A05D-1A6984B74DF1}" destId="{BA21F3EA-D3FB-4FF8-8CFA-9FC517E57466}" srcOrd="0" destOrd="0" presId="urn:microsoft.com/office/officeart/2005/8/layout/vList2"/>
    <dgm:cxn modelId="{9D15EF97-F19F-4232-B9B9-FF18A97C326D}" srcId="{ACE5F46B-A246-4EEE-A219-8555774D0269}" destId="{DF6C5A54-1F70-41AF-AC97-4DE5D0C4A94B}" srcOrd="5" destOrd="0" parTransId="{D1CF8B5E-3C18-4C0C-90A9-5946A5C28C9E}" sibTransId="{CFECD016-06E3-4DB4-BDF6-BA2F11544B30}"/>
    <dgm:cxn modelId="{CCAB3E1F-E28F-4AD7-ACC8-7AA6E18CCFC7}" type="presOf" srcId="{6F6CE8DF-2E47-426A-99D9-5EBA41CDB1A3}" destId="{625EAC80-9565-4FF6-9A6C-025371D2BA6E}" srcOrd="0" destOrd="0" presId="urn:microsoft.com/office/officeart/2005/8/layout/vList2"/>
    <dgm:cxn modelId="{C6503586-FA00-4A14-982A-D4E33A42BDB0}" type="presOf" srcId="{95E4E387-AB9B-46BE-B1DF-35C13FC896FF}" destId="{42363753-535E-4AB0-B465-B9D1CAAEBA5E}" srcOrd="0" destOrd="0" presId="urn:microsoft.com/office/officeart/2005/8/layout/vList2"/>
    <dgm:cxn modelId="{6BC01286-543E-4D3D-961A-CB54E966EAD2}" srcId="{ACE5F46B-A246-4EEE-A219-8555774D0269}" destId="{6F6CE8DF-2E47-426A-99D9-5EBA41CDB1A3}" srcOrd="4" destOrd="0" parTransId="{CED1CD69-D898-469F-93C2-2D999556F9DA}" sibTransId="{0193A02A-F19C-42F3-B18D-A2DE3A090135}"/>
    <dgm:cxn modelId="{731D9C55-0B22-4232-A0B4-CD0DCE2477BA}" type="presOf" srcId="{6A494C27-1950-4A97-BB7A-28D48FA25849}" destId="{1C22903E-ECAC-4F49-A81F-2D1A8C6E98E3}" srcOrd="0" destOrd="0" presId="urn:microsoft.com/office/officeart/2005/8/layout/vList2"/>
    <dgm:cxn modelId="{3DCDDAA4-452A-496A-B84E-C0C31D1E29B1}" srcId="{ACE5F46B-A246-4EEE-A219-8555774D0269}" destId="{E5E1E09A-0360-440D-AF75-A1F1DE9CA19B}" srcOrd="0" destOrd="0" parTransId="{79C9D949-C691-4BBC-95A5-D0E55AE6CF65}" sibTransId="{7D582B42-034A-4979-8321-390B5728C7ED}"/>
    <dgm:cxn modelId="{7916DB97-2308-44F5-9CE7-1BD78868EC35}" type="presOf" srcId="{DF6C5A54-1F70-41AF-AC97-4DE5D0C4A94B}" destId="{F260640D-E19A-40D7-8481-C46BE45F2747}" srcOrd="0" destOrd="0" presId="urn:microsoft.com/office/officeart/2005/8/layout/vList2"/>
    <dgm:cxn modelId="{2777DB02-045C-46D6-BD71-CB7315649C1F}" type="presParOf" srcId="{E509962C-2454-4197-925B-03404D86187B}" destId="{274C1CDF-2062-4435-8852-6BFB4C308D32}" srcOrd="0" destOrd="0" presId="urn:microsoft.com/office/officeart/2005/8/layout/vList2"/>
    <dgm:cxn modelId="{7514C6E5-AD04-4EC9-A18D-827F07B156FF}" type="presParOf" srcId="{E509962C-2454-4197-925B-03404D86187B}" destId="{1BFECA04-6DC7-4D83-AD04-CA4B8C18ED94}" srcOrd="1" destOrd="0" presId="urn:microsoft.com/office/officeart/2005/8/layout/vList2"/>
    <dgm:cxn modelId="{F70A08AF-BFC5-4DD9-8EE3-050479CB1412}" type="presParOf" srcId="{E509962C-2454-4197-925B-03404D86187B}" destId="{23E48E29-C10A-4031-AEC7-DD9BD2D54A42}" srcOrd="2" destOrd="0" presId="urn:microsoft.com/office/officeart/2005/8/layout/vList2"/>
    <dgm:cxn modelId="{9ABE9221-6434-464D-A43B-2DC3758BC3BF}" type="presParOf" srcId="{E509962C-2454-4197-925B-03404D86187B}" destId="{9898199F-73B4-4C55-877C-94C8F0603974}" srcOrd="3" destOrd="0" presId="urn:microsoft.com/office/officeart/2005/8/layout/vList2"/>
    <dgm:cxn modelId="{2B7220B8-21F5-40D8-A36D-7A55D645D3BC}" type="presParOf" srcId="{E509962C-2454-4197-925B-03404D86187B}" destId="{42363753-535E-4AB0-B465-B9D1CAAEBA5E}" srcOrd="4" destOrd="0" presId="urn:microsoft.com/office/officeart/2005/8/layout/vList2"/>
    <dgm:cxn modelId="{EF6CD9A7-0199-4985-A5A3-E1618646739F}" type="presParOf" srcId="{E509962C-2454-4197-925B-03404D86187B}" destId="{59BC82B1-6245-4B25-BF61-98746F08ECB9}" srcOrd="5" destOrd="0" presId="urn:microsoft.com/office/officeart/2005/8/layout/vList2"/>
    <dgm:cxn modelId="{0A2BC400-556E-45FA-B259-7EEAE115E873}" type="presParOf" srcId="{E509962C-2454-4197-925B-03404D86187B}" destId="{1C22903E-ECAC-4F49-A81F-2D1A8C6E98E3}" srcOrd="6" destOrd="0" presId="urn:microsoft.com/office/officeart/2005/8/layout/vList2"/>
    <dgm:cxn modelId="{FEC81632-535A-415C-ADE0-F7173D030C5F}" type="presParOf" srcId="{E509962C-2454-4197-925B-03404D86187B}" destId="{27533D7F-7C80-4D48-8A4A-71DF9F1A00BE}" srcOrd="7" destOrd="0" presId="urn:microsoft.com/office/officeart/2005/8/layout/vList2"/>
    <dgm:cxn modelId="{E2F98A30-6AD7-4DA5-9B61-7963FE8D5887}" type="presParOf" srcId="{E509962C-2454-4197-925B-03404D86187B}" destId="{625EAC80-9565-4FF6-9A6C-025371D2BA6E}" srcOrd="8" destOrd="0" presId="urn:microsoft.com/office/officeart/2005/8/layout/vList2"/>
    <dgm:cxn modelId="{64394C6F-048C-4217-8373-C48E107B6EDF}" type="presParOf" srcId="{E509962C-2454-4197-925B-03404D86187B}" destId="{5F704849-B7DC-4EBF-83E7-86451D278125}" srcOrd="9" destOrd="0" presId="urn:microsoft.com/office/officeart/2005/8/layout/vList2"/>
    <dgm:cxn modelId="{D093BC82-399A-4DE1-A1FE-A3FCF9AE7A0F}" type="presParOf" srcId="{E509962C-2454-4197-925B-03404D86187B}" destId="{F260640D-E19A-40D7-8481-C46BE45F2747}" srcOrd="10" destOrd="0" presId="urn:microsoft.com/office/officeart/2005/8/layout/vList2"/>
    <dgm:cxn modelId="{B87CC271-CEF5-4699-AD3F-BC845929B01D}" type="presParOf" srcId="{E509962C-2454-4197-925B-03404D86187B}" destId="{9700398E-F19D-4A55-A1AB-4974EDFD101B}" srcOrd="11" destOrd="0" presId="urn:microsoft.com/office/officeart/2005/8/layout/vList2"/>
    <dgm:cxn modelId="{7E63020A-1E46-47A2-B071-4336765A0721}" type="presParOf" srcId="{E509962C-2454-4197-925B-03404D86187B}" destId="{BA21F3EA-D3FB-4FF8-8CFA-9FC517E57466}" srcOrd="12" destOrd="0" presId="urn:microsoft.com/office/officeart/2005/8/layout/vList2"/>
    <dgm:cxn modelId="{81CD5D0D-9E71-4FF4-B29D-F6DCE835D20B}" type="presParOf" srcId="{E509962C-2454-4197-925B-03404D86187B}" destId="{C008E3CE-60A8-47EB-8B88-CB124AE3D05C}" srcOrd="13" destOrd="0" presId="urn:microsoft.com/office/officeart/2005/8/layout/vList2"/>
    <dgm:cxn modelId="{BC1BE6A2-F5E4-4C0E-9691-E5A0F52CAD47}" type="presParOf" srcId="{E509962C-2454-4197-925B-03404D86187B}" destId="{574A7A7A-77ED-4B87-A89B-081D00466411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12A5DC-76B8-4320-9E11-0C3429636DB2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39C5F5B-AEF7-4CC2-915B-18246B493043}">
      <dgm:prSet phldrT="[텍스트]"/>
      <dgm:spPr>
        <a:solidFill>
          <a:schemeClr val="accent5">
            <a:lumMod val="50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/>
            <a:t>연구</a:t>
          </a:r>
          <a:endParaRPr lang="ko-KR" altLang="en-US" dirty="0"/>
        </a:p>
      </dgm:t>
    </dgm:pt>
    <dgm:pt modelId="{21C565B3-9CAB-49CC-95CF-439CA0F99F86}" type="parTrans" cxnId="{A7CF5432-8BE3-4196-819C-85D9C0E16CB4}">
      <dgm:prSet/>
      <dgm:spPr/>
      <dgm:t>
        <a:bodyPr/>
        <a:lstStyle/>
        <a:p>
          <a:pPr latinLnBrk="1"/>
          <a:endParaRPr lang="ko-KR" altLang="en-US"/>
        </a:p>
      </dgm:t>
    </dgm:pt>
    <dgm:pt modelId="{DD9E999A-FDEF-4436-9697-0FE6DC4026E9}" type="sibTrans" cxnId="{A7CF5432-8BE3-4196-819C-85D9C0E16CB4}">
      <dgm:prSet/>
      <dgm:spPr/>
      <dgm:t>
        <a:bodyPr/>
        <a:lstStyle/>
        <a:p>
          <a:pPr latinLnBrk="1"/>
          <a:endParaRPr lang="ko-KR" altLang="en-US"/>
        </a:p>
      </dgm:t>
    </dgm:pt>
    <dgm:pt modelId="{FA772824-FB79-4D47-8FF5-C43BF27A9732}">
      <dgm:prSet phldrT="[텍스트]"/>
      <dgm:spPr/>
      <dgm:t>
        <a:bodyPr/>
        <a:lstStyle/>
        <a:p>
          <a:pPr latinLnBrk="1"/>
          <a:r>
            <a:rPr lang="ko-KR" altLang="en-US" dirty="0" smtClean="0"/>
            <a:t> 개발</a:t>
          </a:r>
          <a:endParaRPr lang="ko-KR" altLang="en-US" dirty="0"/>
        </a:p>
      </dgm:t>
    </dgm:pt>
    <dgm:pt modelId="{035B7CA7-CA12-4BA1-BE13-9D02AD5636D8}" type="parTrans" cxnId="{652EFD9E-8673-4146-AE82-CAFED3929E67}">
      <dgm:prSet/>
      <dgm:spPr/>
      <dgm:t>
        <a:bodyPr/>
        <a:lstStyle/>
        <a:p>
          <a:pPr latinLnBrk="1"/>
          <a:endParaRPr lang="ko-KR" altLang="en-US"/>
        </a:p>
      </dgm:t>
    </dgm:pt>
    <dgm:pt modelId="{9FD814AF-8E97-4DF6-B1EB-EA567716B512}" type="sibTrans" cxnId="{652EFD9E-8673-4146-AE82-CAFED3929E67}">
      <dgm:prSet/>
      <dgm:spPr/>
      <dgm:t>
        <a:bodyPr/>
        <a:lstStyle/>
        <a:p>
          <a:pPr latinLnBrk="1"/>
          <a:endParaRPr lang="ko-KR" altLang="en-US"/>
        </a:p>
      </dgm:t>
    </dgm:pt>
    <dgm:pt modelId="{99256226-5398-4080-A9ED-21122B6BCC29}">
      <dgm:prSet phldrT="[텍스트]"/>
      <dgm:spPr>
        <a:solidFill>
          <a:schemeClr val="accent4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/>
            <a:t>영업</a:t>
          </a:r>
          <a:endParaRPr lang="ko-KR" altLang="en-US" dirty="0"/>
        </a:p>
      </dgm:t>
    </dgm:pt>
    <dgm:pt modelId="{48A9031F-8A00-4F7E-9BC2-C02AF4F28D9C}" type="parTrans" cxnId="{92434456-830F-4C60-856A-BAC6859EB28E}">
      <dgm:prSet/>
      <dgm:spPr/>
      <dgm:t>
        <a:bodyPr/>
        <a:lstStyle/>
        <a:p>
          <a:pPr latinLnBrk="1"/>
          <a:endParaRPr lang="ko-KR" altLang="en-US"/>
        </a:p>
      </dgm:t>
    </dgm:pt>
    <dgm:pt modelId="{65C0F0EB-836D-4FE8-9E81-B05702B008CB}" type="sibTrans" cxnId="{92434456-830F-4C60-856A-BAC6859EB28E}">
      <dgm:prSet/>
      <dgm:spPr/>
      <dgm:t>
        <a:bodyPr/>
        <a:lstStyle/>
        <a:p>
          <a:pPr latinLnBrk="1"/>
          <a:endParaRPr lang="ko-KR" altLang="en-US"/>
        </a:p>
      </dgm:t>
    </dgm:pt>
    <dgm:pt modelId="{3C5173FE-93A4-41E3-8731-DDD5A6DBC6E8}">
      <dgm:prSet phldrT="[텍스트]"/>
      <dgm:spPr/>
      <dgm:t>
        <a:bodyPr/>
        <a:lstStyle/>
        <a:p>
          <a:pPr latinLnBrk="1"/>
          <a:r>
            <a:rPr lang="ko-KR" altLang="en-US" dirty="0" smtClean="0"/>
            <a:t>영업</a:t>
          </a:r>
          <a:endParaRPr lang="ko-KR" altLang="en-US" dirty="0"/>
        </a:p>
      </dgm:t>
    </dgm:pt>
    <dgm:pt modelId="{49E2CC10-A939-4DB1-BF94-C6596D3B8DF2}" type="parTrans" cxnId="{F5511148-254F-43B6-A6D2-BC910709E807}">
      <dgm:prSet/>
      <dgm:spPr/>
      <dgm:t>
        <a:bodyPr/>
        <a:lstStyle/>
        <a:p>
          <a:pPr latinLnBrk="1"/>
          <a:endParaRPr lang="ko-KR" altLang="en-US"/>
        </a:p>
      </dgm:t>
    </dgm:pt>
    <dgm:pt modelId="{2AEC1EC4-9AFE-4B22-A379-B8648A7CEF46}" type="sibTrans" cxnId="{F5511148-254F-43B6-A6D2-BC910709E807}">
      <dgm:prSet/>
      <dgm:spPr/>
      <dgm:t>
        <a:bodyPr/>
        <a:lstStyle/>
        <a:p>
          <a:pPr latinLnBrk="1"/>
          <a:endParaRPr lang="ko-KR" altLang="en-US"/>
        </a:p>
      </dgm:t>
    </dgm:pt>
    <dgm:pt modelId="{954C55E6-B598-4106-816A-FAEC1A9C28CD}">
      <dgm:prSet phldrT="[텍스트]"/>
      <dgm:spPr>
        <a:solidFill>
          <a:schemeClr val="accent5">
            <a:lumMod val="75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/>
            <a:t>경영</a:t>
          </a:r>
          <a:endParaRPr lang="ko-KR" altLang="en-US" dirty="0"/>
        </a:p>
      </dgm:t>
    </dgm:pt>
    <dgm:pt modelId="{610FE5A8-B1E7-499B-937F-0A60C2E71636}" type="parTrans" cxnId="{09F028FB-870C-4649-B29F-F115B980680A}">
      <dgm:prSet/>
      <dgm:spPr/>
      <dgm:t>
        <a:bodyPr/>
        <a:lstStyle/>
        <a:p>
          <a:pPr latinLnBrk="1"/>
          <a:endParaRPr lang="ko-KR" altLang="en-US"/>
        </a:p>
      </dgm:t>
    </dgm:pt>
    <dgm:pt modelId="{233A26FF-507C-4214-8D9D-DCC701378284}" type="sibTrans" cxnId="{09F028FB-870C-4649-B29F-F115B980680A}">
      <dgm:prSet/>
      <dgm:spPr/>
      <dgm:t>
        <a:bodyPr/>
        <a:lstStyle/>
        <a:p>
          <a:pPr latinLnBrk="1"/>
          <a:endParaRPr lang="ko-KR" altLang="en-US"/>
        </a:p>
      </dgm:t>
    </dgm:pt>
    <dgm:pt modelId="{C8A18270-6EC3-428C-AB29-C245EF31A847}">
      <dgm:prSet phldrT="[텍스트]"/>
      <dgm:spPr/>
      <dgm:t>
        <a:bodyPr/>
        <a:lstStyle/>
        <a:p>
          <a:pPr latinLnBrk="1"/>
          <a:r>
            <a:rPr lang="ko-KR" altLang="en-US" dirty="0" smtClean="0"/>
            <a:t>기획</a:t>
          </a:r>
          <a:endParaRPr lang="ko-KR" altLang="en-US" dirty="0"/>
        </a:p>
      </dgm:t>
    </dgm:pt>
    <dgm:pt modelId="{0BEAEC9C-1344-4447-ABEB-1C04F742DB7C}" type="parTrans" cxnId="{C0235A92-1F6D-4502-BA9A-A3764130B582}">
      <dgm:prSet/>
      <dgm:spPr/>
      <dgm:t>
        <a:bodyPr/>
        <a:lstStyle/>
        <a:p>
          <a:pPr latinLnBrk="1"/>
          <a:endParaRPr lang="ko-KR" altLang="en-US"/>
        </a:p>
      </dgm:t>
    </dgm:pt>
    <dgm:pt modelId="{86CEFF2C-E69E-42CA-A073-3E10343F25A4}" type="sibTrans" cxnId="{C0235A92-1F6D-4502-BA9A-A3764130B582}">
      <dgm:prSet/>
      <dgm:spPr/>
      <dgm:t>
        <a:bodyPr/>
        <a:lstStyle/>
        <a:p>
          <a:pPr latinLnBrk="1"/>
          <a:endParaRPr lang="ko-KR" altLang="en-US"/>
        </a:p>
      </dgm:t>
    </dgm:pt>
    <dgm:pt modelId="{54AD28B2-6740-4894-A912-DBC3D2B80A0E}">
      <dgm:prSet phldrT="[텍스트]"/>
      <dgm:spPr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/>
            <a:t>고객</a:t>
          </a:r>
          <a:endParaRPr lang="ko-KR" altLang="en-US" dirty="0"/>
        </a:p>
      </dgm:t>
    </dgm:pt>
    <dgm:pt modelId="{5D1CE2D0-EC71-40FD-A40B-2387381F1167}" type="parTrans" cxnId="{81129CDB-500F-4062-BBB1-D8C827B3F360}">
      <dgm:prSet/>
      <dgm:spPr/>
      <dgm:t>
        <a:bodyPr/>
        <a:lstStyle/>
        <a:p>
          <a:pPr latinLnBrk="1"/>
          <a:endParaRPr lang="ko-KR" altLang="en-US"/>
        </a:p>
      </dgm:t>
    </dgm:pt>
    <dgm:pt modelId="{589309DE-E5BF-4081-BC72-A52FF6AB692F}" type="sibTrans" cxnId="{81129CDB-500F-4062-BBB1-D8C827B3F360}">
      <dgm:prSet/>
      <dgm:spPr/>
      <dgm:t>
        <a:bodyPr/>
        <a:lstStyle/>
        <a:p>
          <a:pPr latinLnBrk="1"/>
          <a:endParaRPr lang="ko-KR" altLang="en-US"/>
        </a:p>
      </dgm:t>
    </dgm:pt>
    <dgm:pt modelId="{F999F724-5072-4905-9D56-C3D2D3C0D8C7}">
      <dgm:prSet phldrT="[텍스트]"/>
      <dgm:spPr/>
      <dgm:t>
        <a:bodyPr/>
        <a:lstStyle/>
        <a:p>
          <a:pPr latinLnBrk="1"/>
          <a:r>
            <a:rPr lang="ko-KR" altLang="en-US" dirty="0" smtClean="0"/>
            <a:t> 고객지원</a:t>
          </a:r>
          <a:endParaRPr lang="ko-KR" altLang="en-US" dirty="0"/>
        </a:p>
      </dgm:t>
    </dgm:pt>
    <dgm:pt modelId="{8AEFB216-80E2-4A29-889A-20AFA386891B}" type="parTrans" cxnId="{91557A36-0C2C-49CD-A57F-CE74B231412D}">
      <dgm:prSet/>
      <dgm:spPr/>
      <dgm:t>
        <a:bodyPr/>
        <a:lstStyle/>
        <a:p>
          <a:pPr latinLnBrk="1"/>
          <a:endParaRPr lang="ko-KR" altLang="en-US"/>
        </a:p>
      </dgm:t>
    </dgm:pt>
    <dgm:pt modelId="{0A449A56-47E6-4F75-904D-286D37F521C7}" type="sibTrans" cxnId="{91557A36-0C2C-49CD-A57F-CE74B231412D}">
      <dgm:prSet/>
      <dgm:spPr/>
      <dgm:t>
        <a:bodyPr/>
        <a:lstStyle/>
        <a:p>
          <a:pPr latinLnBrk="1"/>
          <a:endParaRPr lang="ko-KR" altLang="en-US"/>
        </a:p>
      </dgm:t>
    </dgm:pt>
    <dgm:pt modelId="{54F06691-6E1A-48C5-9444-D0CB05A6B13C}">
      <dgm:prSet phldrT="[텍스트]"/>
      <dgm:spPr/>
      <dgm:t>
        <a:bodyPr/>
        <a:lstStyle/>
        <a:p>
          <a:pPr latinLnBrk="1"/>
          <a:r>
            <a:rPr lang="ko-KR" altLang="en-US" dirty="0" smtClean="0"/>
            <a:t>기술영업</a:t>
          </a:r>
          <a:endParaRPr lang="ko-KR" altLang="en-US" dirty="0"/>
        </a:p>
      </dgm:t>
    </dgm:pt>
    <dgm:pt modelId="{B47CF2B9-F434-4D1B-A8A4-B7312B5584C8}" type="parTrans" cxnId="{41B9AD14-4632-4205-88A2-0D44A57D1DC4}">
      <dgm:prSet/>
      <dgm:spPr/>
      <dgm:t>
        <a:bodyPr/>
        <a:lstStyle/>
        <a:p>
          <a:pPr latinLnBrk="1"/>
          <a:endParaRPr lang="ko-KR" altLang="en-US"/>
        </a:p>
      </dgm:t>
    </dgm:pt>
    <dgm:pt modelId="{1503614F-051B-4EFE-9D50-934CB69E72AF}" type="sibTrans" cxnId="{41B9AD14-4632-4205-88A2-0D44A57D1DC4}">
      <dgm:prSet/>
      <dgm:spPr/>
      <dgm:t>
        <a:bodyPr/>
        <a:lstStyle/>
        <a:p>
          <a:pPr latinLnBrk="1"/>
          <a:endParaRPr lang="ko-KR" altLang="en-US"/>
        </a:p>
      </dgm:t>
    </dgm:pt>
    <dgm:pt modelId="{86BAEFE4-6BF6-41E0-B080-5E4010D696C3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고객관리</a:t>
          </a:r>
          <a:endParaRPr lang="ko-KR" altLang="en-US" dirty="0"/>
        </a:p>
      </dgm:t>
    </dgm:pt>
    <dgm:pt modelId="{824ACE0C-7BC3-49BB-932F-5C78B005D63C}" type="parTrans" cxnId="{43D84FA5-60E5-473B-9D1D-9E72006AF734}">
      <dgm:prSet/>
      <dgm:spPr/>
      <dgm:t>
        <a:bodyPr/>
        <a:lstStyle/>
        <a:p>
          <a:pPr latinLnBrk="1"/>
          <a:endParaRPr lang="ko-KR" altLang="en-US"/>
        </a:p>
      </dgm:t>
    </dgm:pt>
    <dgm:pt modelId="{20FF5DC7-9887-4BFD-9B62-52B1A633C692}" type="sibTrans" cxnId="{43D84FA5-60E5-473B-9D1D-9E72006AF734}">
      <dgm:prSet/>
      <dgm:spPr/>
      <dgm:t>
        <a:bodyPr/>
        <a:lstStyle/>
        <a:p>
          <a:pPr latinLnBrk="1"/>
          <a:endParaRPr lang="ko-KR" altLang="en-US"/>
        </a:p>
      </dgm:t>
    </dgm:pt>
    <dgm:pt modelId="{4122138E-3DE4-4F82-9449-9475DAE81294}">
      <dgm:prSet phldrT="[텍스트]"/>
      <dgm:spPr/>
      <dgm:t>
        <a:bodyPr/>
        <a:lstStyle/>
        <a:p>
          <a:pPr latinLnBrk="1"/>
          <a:r>
            <a:rPr lang="ko-KR" altLang="en-US" dirty="0" smtClean="0"/>
            <a:t>인력</a:t>
          </a:r>
          <a:r>
            <a:rPr lang="en-US" altLang="ko-KR" dirty="0" smtClean="0"/>
            <a:t>/</a:t>
          </a:r>
          <a:r>
            <a:rPr lang="ko-KR" altLang="en-US" dirty="0" smtClean="0"/>
            <a:t>재무</a:t>
          </a:r>
          <a:endParaRPr lang="ko-KR" altLang="en-US" dirty="0"/>
        </a:p>
      </dgm:t>
    </dgm:pt>
    <dgm:pt modelId="{D7378B6C-E7F0-43DC-8C1F-BBF719D8002A}" type="parTrans" cxnId="{2C508CC0-8FA6-4B20-BE49-3B360E527657}">
      <dgm:prSet/>
      <dgm:spPr/>
      <dgm:t>
        <a:bodyPr/>
        <a:lstStyle/>
        <a:p>
          <a:pPr latinLnBrk="1"/>
          <a:endParaRPr lang="ko-KR" altLang="en-US"/>
        </a:p>
      </dgm:t>
    </dgm:pt>
    <dgm:pt modelId="{A911EBFB-A378-4110-A2E7-43543A746B04}" type="sibTrans" cxnId="{2C508CC0-8FA6-4B20-BE49-3B360E527657}">
      <dgm:prSet/>
      <dgm:spPr/>
      <dgm:t>
        <a:bodyPr/>
        <a:lstStyle/>
        <a:p>
          <a:pPr latinLnBrk="1"/>
          <a:endParaRPr lang="ko-KR" altLang="en-US"/>
        </a:p>
      </dgm:t>
    </dgm:pt>
    <dgm:pt modelId="{C7C3156E-E76D-4FD5-845D-774D058CF1D6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기술도입</a:t>
          </a:r>
          <a:endParaRPr lang="ko-KR" altLang="en-US" dirty="0"/>
        </a:p>
      </dgm:t>
    </dgm:pt>
    <dgm:pt modelId="{D8575B23-7C13-4267-A6B6-DE7B8885BBD7}" type="parTrans" cxnId="{64703B84-87DF-4DD5-A9AB-8A9A41F2C44E}">
      <dgm:prSet/>
      <dgm:spPr/>
      <dgm:t>
        <a:bodyPr/>
        <a:lstStyle/>
        <a:p>
          <a:pPr latinLnBrk="1"/>
          <a:endParaRPr lang="ko-KR" altLang="en-US"/>
        </a:p>
      </dgm:t>
    </dgm:pt>
    <dgm:pt modelId="{6480E51B-696F-4857-A6C9-681F223103E3}" type="sibTrans" cxnId="{64703B84-87DF-4DD5-A9AB-8A9A41F2C44E}">
      <dgm:prSet/>
      <dgm:spPr/>
      <dgm:t>
        <a:bodyPr/>
        <a:lstStyle/>
        <a:p>
          <a:pPr latinLnBrk="1"/>
          <a:endParaRPr lang="ko-KR" altLang="en-US"/>
        </a:p>
      </dgm:t>
    </dgm:pt>
    <dgm:pt modelId="{C035FE53-2256-4A67-BA97-98C95EA061A8}" type="pres">
      <dgm:prSet presAssocID="{3F12A5DC-76B8-4320-9E11-0C3429636DB2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FC0C77C-0D29-486F-B23C-B8E9BE64DECD}" type="pres">
      <dgm:prSet presAssocID="{3F12A5DC-76B8-4320-9E11-0C3429636DB2}" presName="children" presStyleCnt="0"/>
      <dgm:spPr/>
    </dgm:pt>
    <dgm:pt modelId="{B6F84516-F5F2-476F-8064-8946E019FC64}" type="pres">
      <dgm:prSet presAssocID="{3F12A5DC-76B8-4320-9E11-0C3429636DB2}" presName="child1group" presStyleCnt="0"/>
      <dgm:spPr/>
    </dgm:pt>
    <dgm:pt modelId="{7DFE081C-8726-4BBE-817B-B6A5388E3A1C}" type="pres">
      <dgm:prSet presAssocID="{3F12A5DC-76B8-4320-9E11-0C3429636DB2}" presName="child1" presStyleLbl="bgAcc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5E642196-2BF5-4029-A064-20AA49E1345F}" type="pres">
      <dgm:prSet presAssocID="{3F12A5DC-76B8-4320-9E11-0C3429636DB2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EA819EE-B6FE-4E03-9F87-A6C56BBB0C8B}" type="pres">
      <dgm:prSet presAssocID="{3F12A5DC-76B8-4320-9E11-0C3429636DB2}" presName="child2group" presStyleCnt="0"/>
      <dgm:spPr/>
    </dgm:pt>
    <dgm:pt modelId="{5F66D835-358B-4E80-A763-33F7BD62051B}" type="pres">
      <dgm:prSet presAssocID="{3F12A5DC-76B8-4320-9E11-0C3429636DB2}" presName="child2" presStyleLbl="bgAcc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E3A59E24-C68B-4767-A43B-79E6730E1D72}" type="pres">
      <dgm:prSet presAssocID="{3F12A5DC-76B8-4320-9E11-0C3429636DB2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87F6F9C-0953-44BE-B301-1FB0B30C0AAC}" type="pres">
      <dgm:prSet presAssocID="{3F12A5DC-76B8-4320-9E11-0C3429636DB2}" presName="child3group" presStyleCnt="0"/>
      <dgm:spPr/>
    </dgm:pt>
    <dgm:pt modelId="{2A6563BC-099C-4036-BCFE-9FAC15D2EC64}" type="pres">
      <dgm:prSet presAssocID="{3F12A5DC-76B8-4320-9E11-0C3429636DB2}" presName="child3" presStyleLbl="bgAcc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55EB53D4-B088-45EF-97B7-B08967EC6F04}" type="pres">
      <dgm:prSet presAssocID="{3F12A5DC-76B8-4320-9E11-0C3429636DB2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67BF45A-D3D4-46A4-9F4A-262DF30D1A90}" type="pres">
      <dgm:prSet presAssocID="{3F12A5DC-76B8-4320-9E11-0C3429636DB2}" presName="child4group" presStyleCnt="0"/>
      <dgm:spPr/>
    </dgm:pt>
    <dgm:pt modelId="{6891C370-D390-4A0A-9267-24DCBA2E8F6F}" type="pres">
      <dgm:prSet presAssocID="{3F12A5DC-76B8-4320-9E11-0C3429636DB2}" presName="child4" presStyleLbl="bgAcc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77FF3D27-75D5-4391-8C64-B24B4B14ED93}" type="pres">
      <dgm:prSet presAssocID="{3F12A5DC-76B8-4320-9E11-0C3429636DB2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D26DA57-DCB7-4CD4-AF45-D09A4C1457CA}" type="pres">
      <dgm:prSet presAssocID="{3F12A5DC-76B8-4320-9E11-0C3429636DB2}" presName="childPlaceholder" presStyleCnt="0"/>
      <dgm:spPr/>
    </dgm:pt>
    <dgm:pt modelId="{FC18575A-E314-49D9-81E0-6EA3FA5A2E1E}" type="pres">
      <dgm:prSet presAssocID="{3F12A5DC-76B8-4320-9E11-0C3429636DB2}" presName="circle" presStyleCnt="0"/>
      <dgm:spPr/>
    </dgm:pt>
    <dgm:pt modelId="{1022210C-76AA-4F8B-97C6-AA3F3342ADF3}" type="pres">
      <dgm:prSet presAssocID="{3F12A5DC-76B8-4320-9E11-0C3429636DB2}" presName="quadrant1" presStyleLbl="node1" presStyleIdx="0" presStyleCnt="4" custLinFactNeighborX="-91" custLinFactNeighborY="-91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06491F8-DA07-4839-BABC-4B620B8E657B}" type="pres">
      <dgm:prSet presAssocID="{3F12A5DC-76B8-4320-9E11-0C3429636DB2}" presName="quadrant2" presStyleLbl="node1" presStyleIdx="1" presStyleCnt="4" custLinFactNeighborX="-91" custLinFactNeighborY="-91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EA91133-FD94-4389-8CE2-83D47C8B3E94}" type="pres">
      <dgm:prSet presAssocID="{3F12A5DC-76B8-4320-9E11-0C3429636DB2}" presName="quadrant3" presStyleLbl="node1" presStyleIdx="2" presStyleCnt="4" custLinFactNeighborX="-91" custLinFactNeighborY="-91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028D5EF-1D6B-4A85-94ED-34ACBB757787}" type="pres">
      <dgm:prSet presAssocID="{3F12A5DC-76B8-4320-9E11-0C3429636DB2}" presName="quadrant4" presStyleLbl="node1" presStyleIdx="3" presStyleCnt="4" custLinFactNeighborX="-91" custLinFactNeighborY="-91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8B4757C-F260-42AF-AA6E-0C89C0E50DF6}" type="pres">
      <dgm:prSet presAssocID="{3F12A5DC-76B8-4320-9E11-0C3429636DB2}" presName="quadrantPlaceholder" presStyleCnt="0"/>
      <dgm:spPr/>
    </dgm:pt>
    <dgm:pt modelId="{0D5C98FC-1B47-4F03-A281-8B6A37A19EB9}" type="pres">
      <dgm:prSet presAssocID="{3F12A5DC-76B8-4320-9E11-0C3429636DB2}" presName="center1" presStyleLbl="fgShp" presStyleIdx="0" presStyleCnt="2" custLinFactNeighborX="5828" custLinFactNeighborY="3919"/>
      <dgm:spPr>
        <a:solidFill>
          <a:srgbClr val="FF0000"/>
        </a:solidFill>
      </dgm:spPr>
      <dgm:t>
        <a:bodyPr/>
        <a:lstStyle/>
        <a:p>
          <a:pPr latinLnBrk="1"/>
          <a:endParaRPr lang="ko-KR" altLang="en-US"/>
        </a:p>
      </dgm:t>
    </dgm:pt>
    <dgm:pt modelId="{8AF27C3A-201E-4A16-8D22-401A8C1D12EB}" type="pres">
      <dgm:prSet presAssocID="{3F12A5DC-76B8-4320-9E11-0C3429636DB2}" presName="center2" presStyleLbl="fgShp" presStyleIdx="1" presStyleCnt="2"/>
      <dgm:spPr>
        <a:solidFill>
          <a:srgbClr val="FF0000"/>
        </a:solidFill>
      </dgm:spPr>
      <dgm:t>
        <a:bodyPr/>
        <a:lstStyle/>
        <a:p>
          <a:pPr latinLnBrk="1"/>
          <a:endParaRPr lang="ko-KR" altLang="en-US"/>
        </a:p>
      </dgm:t>
    </dgm:pt>
  </dgm:ptLst>
  <dgm:cxnLst>
    <dgm:cxn modelId="{0256D7E6-D482-4C27-8580-D8EBD4D6BF10}" type="presOf" srcId="{3C5173FE-93A4-41E3-8731-DDD5A6DBC6E8}" destId="{5F66D835-358B-4E80-A763-33F7BD62051B}" srcOrd="0" destOrd="0" presId="urn:microsoft.com/office/officeart/2005/8/layout/cycle4"/>
    <dgm:cxn modelId="{42B0D520-6CC2-4E6D-A9BD-DC54272E028D}" type="presOf" srcId="{54F06691-6E1A-48C5-9444-D0CB05A6B13C}" destId="{E3A59E24-C68B-4767-A43B-79E6730E1D72}" srcOrd="1" destOrd="1" presId="urn:microsoft.com/office/officeart/2005/8/layout/cycle4"/>
    <dgm:cxn modelId="{A895D804-E573-4074-B1B9-9F2C45FEA213}" type="presOf" srcId="{54AD28B2-6740-4894-A912-DBC3D2B80A0E}" destId="{B028D5EF-1D6B-4A85-94ED-34ACBB757787}" srcOrd="0" destOrd="0" presId="urn:microsoft.com/office/officeart/2005/8/layout/cycle4"/>
    <dgm:cxn modelId="{81129CDB-500F-4062-BBB1-D8C827B3F360}" srcId="{3F12A5DC-76B8-4320-9E11-0C3429636DB2}" destId="{54AD28B2-6740-4894-A912-DBC3D2B80A0E}" srcOrd="3" destOrd="0" parTransId="{5D1CE2D0-EC71-40FD-A40B-2387381F1167}" sibTransId="{589309DE-E5BF-4081-BC72-A52FF6AB692F}"/>
    <dgm:cxn modelId="{7B9F755D-B48C-4F56-93B3-F098822292A4}" type="presOf" srcId="{4122138E-3DE4-4F82-9449-9475DAE81294}" destId="{55EB53D4-B088-45EF-97B7-B08967EC6F04}" srcOrd="1" destOrd="1" presId="urn:microsoft.com/office/officeart/2005/8/layout/cycle4"/>
    <dgm:cxn modelId="{452686BC-84B4-413D-84EF-3CFD89D264AF}" type="presOf" srcId="{4122138E-3DE4-4F82-9449-9475DAE81294}" destId="{2A6563BC-099C-4036-BCFE-9FAC15D2EC64}" srcOrd="0" destOrd="1" presId="urn:microsoft.com/office/officeart/2005/8/layout/cycle4"/>
    <dgm:cxn modelId="{C0235A92-1F6D-4502-BA9A-A3764130B582}" srcId="{954C55E6-B598-4106-816A-FAEC1A9C28CD}" destId="{C8A18270-6EC3-428C-AB29-C245EF31A847}" srcOrd="0" destOrd="0" parTransId="{0BEAEC9C-1344-4447-ABEB-1C04F742DB7C}" sibTransId="{86CEFF2C-E69E-42CA-A073-3E10343F25A4}"/>
    <dgm:cxn modelId="{2C508CC0-8FA6-4B20-BE49-3B360E527657}" srcId="{954C55E6-B598-4106-816A-FAEC1A9C28CD}" destId="{4122138E-3DE4-4F82-9449-9475DAE81294}" srcOrd="1" destOrd="0" parTransId="{D7378B6C-E7F0-43DC-8C1F-BBF719D8002A}" sibTransId="{A911EBFB-A378-4110-A2E7-43543A746B04}"/>
    <dgm:cxn modelId="{8B14FE3D-0E74-41AF-9992-3024778AB5B4}" type="presOf" srcId="{3F12A5DC-76B8-4320-9E11-0C3429636DB2}" destId="{C035FE53-2256-4A67-BA97-98C95EA061A8}" srcOrd="0" destOrd="0" presId="urn:microsoft.com/office/officeart/2005/8/layout/cycle4"/>
    <dgm:cxn modelId="{652EFD9E-8673-4146-AE82-CAFED3929E67}" srcId="{039C5F5B-AEF7-4CC2-915B-18246B493043}" destId="{FA772824-FB79-4D47-8FF5-C43BF27A9732}" srcOrd="0" destOrd="0" parTransId="{035B7CA7-CA12-4BA1-BE13-9D02AD5636D8}" sibTransId="{9FD814AF-8E97-4DF6-B1EB-EA567716B512}"/>
    <dgm:cxn modelId="{C02DD4C7-AB28-4145-A974-F3D410197F51}" type="presOf" srcId="{FA772824-FB79-4D47-8FF5-C43BF27A9732}" destId="{7DFE081C-8726-4BBE-817B-B6A5388E3A1C}" srcOrd="0" destOrd="0" presId="urn:microsoft.com/office/officeart/2005/8/layout/cycle4"/>
    <dgm:cxn modelId="{C9BB1241-9FAC-41DF-B775-94F0523C9AC7}" type="presOf" srcId="{99256226-5398-4080-A9ED-21122B6BCC29}" destId="{506491F8-DA07-4839-BABC-4B620B8E657B}" srcOrd="0" destOrd="0" presId="urn:microsoft.com/office/officeart/2005/8/layout/cycle4"/>
    <dgm:cxn modelId="{09F028FB-870C-4649-B29F-F115B980680A}" srcId="{3F12A5DC-76B8-4320-9E11-0C3429636DB2}" destId="{954C55E6-B598-4106-816A-FAEC1A9C28CD}" srcOrd="2" destOrd="0" parTransId="{610FE5A8-B1E7-499B-937F-0A60C2E71636}" sibTransId="{233A26FF-507C-4214-8D9D-DCC701378284}"/>
    <dgm:cxn modelId="{92434456-830F-4C60-856A-BAC6859EB28E}" srcId="{3F12A5DC-76B8-4320-9E11-0C3429636DB2}" destId="{99256226-5398-4080-A9ED-21122B6BCC29}" srcOrd="1" destOrd="0" parTransId="{48A9031F-8A00-4F7E-9BC2-C02AF4F28D9C}" sibTransId="{65C0F0EB-836D-4FE8-9E81-B05702B008CB}"/>
    <dgm:cxn modelId="{9D3C78A6-1717-4D0E-8B45-17681FE4BD7F}" type="presOf" srcId="{954C55E6-B598-4106-816A-FAEC1A9C28CD}" destId="{5EA91133-FD94-4389-8CE2-83D47C8B3E94}" srcOrd="0" destOrd="0" presId="urn:microsoft.com/office/officeart/2005/8/layout/cycle4"/>
    <dgm:cxn modelId="{7BA87830-CB3D-4F14-9169-516EA3C5E033}" type="presOf" srcId="{86BAEFE4-6BF6-41E0-B080-5E4010D696C3}" destId="{6891C370-D390-4A0A-9267-24DCBA2E8F6F}" srcOrd="0" destOrd="1" presId="urn:microsoft.com/office/officeart/2005/8/layout/cycle4"/>
    <dgm:cxn modelId="{3AFEC497-0B68-4124-AD8E-636D3939CFC1}" type="presOf" srcId="{C7C3156E-E76D-4FD5-845D-774D058CF1D6}" destId="{7DFE081C-8726-4BBE-817B-B6A5388E3A1C}" srcOrd="0" destOrd="1" presId="urn:microsoft.com/office/officeart/2005/8/layout/cycle4"/>
    <dgm:cxn modelId="{D87852AE-1232-4BE2-8084-DC7BC8950E89}" type="presOf" srcId="{C8A18270-6EC3-428C-AB29-C245EF31A847}" destId="{55EB53D4-B088-45EF-97B7-B08967EC6F04}" srcOrd="1" destOrd="0" presId="urn:microsoft.com/office/officeart/2005/8/layout/cycle4"/>
    <dgm:cxn modelId="{F5511148-254F-43B6-A6D2-BC910709E807}" srcId="{99256226-5398-4080-A9ED-21122B6BCC29}" destId="{3C5173FE-93A4-41E3-8731-DDD5A6DBC6E8}" srcOrd="0" destOrd="0" parTransId="{49E2CC10-A939-4DB1-BF94-C6596D3B8DF2}" sibTransId="{2AEC1EC4-9AFE-4B22-A379-B8648A7CEF46}"/>
    <dgm:cxn modelId="{E02FF836-EAB0-4422-BE6A-820F0011FB3C}" type="presOf" srcId="{54F06691-6E1A-48C5-9444-D0CB05A6B13C}" destId="{5F66D835-358B-4E80-A763-33F7BD62051B}" srcOrd="0" destOrd="1" presId="urn:microsoft.com/office/officeart/2005/8/layout/cycle4"/>
    <dgm:cxn modelId="{91557A36-0C2C-49CD-A57F-CE74B231412D}" srcId="{54AD28B2-6740-4894-A912-DBC3D2B80A0E}" destId="{F999F724-5072-4905-9D56-C3D2D3C0D8C7}" srcOrd="0" destOrd="0" parTransId="{8AEFB216-80E2-4A29-889A-20AFA386891B}" sibTransId="{0A449A56-47E6-4F75-904D-286D37F521C7}"/>
    <dgm:cxn modelId="{E03D8D4F-C83B-4B57-85EC-05E0096CE5F3}" type="presOf" srcId="{C7C3156E-E76D-4FD5-845D-774D058CF1D6}" destId="{5E642196-2BF5-4029-A064-20AA49E1345F}" srcOrd="1" destOrd="1" presId="urn:microsoft.com/office/officeart/2005/8/layout/cycle4"/>
    <dgm:cxn modelId="{35FE53B2-BAAD-408C-BA68-0D0440393E47}" type="presOf" srcId="{C8A18270-6EC3-428C-AB29-C245EF31A847}" destId="{2A6563BC-099C-4036-BCFE-9FAC15D2EC64}" srcOrd="0" destOrd="0" presId="urn:microsoft.com/office/officeart/2005/8/layout/cycle4"/>
    <dgm:cxn modelId="{13F662C8-48DC-455A-951E-EFBC25A231B0}" type="presOf" srcId="{F999F724-5072-4905-9D56-C3D2D3C0D8C7}" destId="{77FF3D27-75D5-4391-8C64-B24B4B14ED93}" srcOrd="1" destOrd="0" presId="urn:microsoft.com/office/officeart/2005/8/layout/cycle4"/>
    <dgm:cxn modelId="{708F7506-AE81-4C1D-8CE3-C9B0B7BCAA26}" type="presOf" srcId="{F999F724-5072-4905-9D56-C3D2D3C0D8C7}" destId="{6891C370-D390-4A0A-9267-24DCBA2E8F6F}" srcOrd="0" destOrd="0" presId="urn:microsoft.com/office/officeart/2005/8/layout/cycle4"/>
    <dgm:cxn modelId="{43D84FA5-60E5-473B-9D1D-9E72006AF734}" srcId="{54AD28B2-6740-4894-A912-DBC3D2B80A0E}" destId="{86BAEFE4-6BF6-41E0-B080-5E4010D696C3}" srcOrd="1" destOrd="0" parTransId="{824ACE0C-7BC3-49BB-932F-5C78B005D63C}" sibTransId="{20FF5DC7-9887-4BFD-9B62-52B1A633C692}"/>
    <dgm:cxn modelId="{435F1C90-A264-489F-A8E0-839890FF8ED3}" type="presOf" srcId="{86BAEFE4-6BF6-41E0-B080-5E4010D696C3}" destId="{77FF3D27-75D5-4391-8C64-B24B4B14ED93}" srcOrd="1" destOrd="1" presId="urn:microsoft.com/office/officeart/2005/8/layout/cycle4"/>
    <dgm:cxn modelId="{41B9AD14-4632-4205-88A2-0D44A57D1DC4}" srcId="{99256226-5398-4080-A9ED-21122B6BCC29}" destId="{54F06691-6E1A-48C5-9444-D0CB05A6B13C}" srcOrd="1" destOrd="0" parTransId="{B47CF2B9-F434-4D1B-A8A4-B7312B5584C8}" sibTransId="{1503614F-051B-4EFE-9D50-934CB69E72AF}"/>
    <dgm:cxn modelId="{A7CF5432-8BE3-4196-819C-85D9C0E16CB4}" srcId="{3F12A5DC-76B8-4320-9E11-0C3429636DB2}" destId="{039C5F5B-AEF7-4CC2-915B-18246B493043}" srcOrd="0" destOrd="0" parTransId="{21C565B3-9CAB-49CC-95CF-439CA0F99F86}" sibTransId="{DD9E999A-FDEF-4436-9697-0FE6DC4026E9}"/>
    <dgm:cxn modelId="{2D40F5F9-FA2C-4A44-ACB6-4DC73FAE0617}" type="presOf" srcId="{039C5F5B-AEF7-4CC2-915B-18246B493043}" destId="{1022210C-76AA-4F8B-97C6-AA3F3342ADF3}" srcOrd="0" destOrd="0" presId="urn:microsoft.com/office/officeart/2005/8/layout/cycle4"/>
    <dgm:cxn modelId="{64703B84-87DF-4DD5-A9AB-8A9A41F2C44E}" srcId="{039C5F5B-AEF7-4CC2-915B-18246B493043}" destId="{C7C3156E-E76D-4FD5-845D-774D058CF1D6}" srcOrd="1" destOrd="0" parTransId="{D8575B23-7C13-4267-A6B6-DE7B8885BBD7}" sibTransId="{6480E51B-696F-4857-A6C9-681F223103E3}"/>
    <dgm:cxn modelId="{A6F9C81D-560B-4889-9A33-FD61B4E7CCC7}" type="presOf" srcId="{3C5173FE-93A4-41E3-8731-DDD5A6DBC6E8}" destId="{E3A59E24-C68B-4767-A43B-79E6730E1D72}" srcOrd="1" destOrd="0" presId="urn:microsoft.com/office/officeart/2005/8/layout/cycle4"/>
    <dgm:cxn modelId="{F53C7A94-02A2-47A0-A7A4-8DBD9B1F84BF}" type="presOf" srcId="{FA772824-FB79-4D47-8FF5-C43BF27A9732}" destId="{5E642196-2BF5-4029-A064-20AA49E1345F}" srcOrd="1" destOrd="0" presId="urn:microsoft.com/office/officeart/2005/8/layout/cycle4"/>
    <dgm:cxn modelId="{5794FF5B-D9B4-4A0C-8ACC-8996FCB5D72C}" type="presParOf" srcId="{C035FE53-2256-4A67-BA97-98C95EA061A8}" destId="{3FC0C77C-0D29-486F-B23C-B8E9BE64DECD}" srcOrd="0" destOrd="0" presId="urn:microsoft.com/office/officeart/2005/8/layout/cycle4"/>
    <dgm:cxn modelId="{B70AC88D-DF72-48FF-A3C8-109EC708EC3C}" type="presParOf" srcId="{3FC0C77C-0D29-486F-B23C-B8E9BE64DECD}" destId="{B6F84516-F5F2-476F-8064-8946E019FC64}" srcOrd="0" destOrd="0" presId="urn:microsoft.com/office/officeart/2005/8/layout/cycle4"/>
    <dgm:cxn modelId="{4DD138BF-65B6-48B8-8DF4-24BF32E03958}" type="presParOf" srcId="{B6F84516-F5F2-476F-8064-8946E019FC64}" destId="{7DFE081C-8726-4BBE-817B-B6A5388E3A1C}" srcOrd="0" destOrd="0" presId="urn:microsoft.com/office/officeart/2005/8/layout/cycle4"/>
    <dgm:cxn modelId="{B6A1B41D-C9EB-410A-9BAC-B5D3CA5F084E}" type="presParOf" srcId="{B6F84516-F5F2-476F-8064-8946E019FC64}" destId="{5E642196-2BF5-4029-A064-20AA49E1345F}" srcOrd="1" destOrd="0" presId="urn:microsoft.com/office/officeart/2005/8/layout/cycle4"/>
    <dgm:cxn modelId="{27404637-A253-481C-9D92-2F0B9CA09DEF}" type="presParOf" srcId="{3FC0C77C-0D29-486F-B23C-B8E9BE64DECD}" destId="{9EA819EE-B6FE-4E03-9F87-A6C56BBB0C8B}" srcOrd="1" destOrd="0" presId="urn:microsoft.com/office/officeart/2005/8/layout/cycle4"/>
    <dgm:cxn modelId="{5F6FFB61-4A4B-46F1-856F-462B32C0F805}" type="presParOf" srcId="{9EA819EE-B6FE-4E03-9F87-A6C56BBB0C8B}" destId="{5F66D835-358B-4E80-A763-33F7BD62051B}" srcOrd="0" destOrd="0" presId="urn:microsoft.com/office/officeart/2005/8/layout/cycle4"/>
    <dgm:cxn modelId="{1F5170FE-BA5F-426F-859A-3143AFB5AA82}" type="presParOf" srcId="{9EA819EE-B6FE-4E03-9F87-A6C56BBB0C8B}" destId="{E3A59E24-C68B-4767-A43B-79E6730E1D72}" srcOrd="1" destOrd="0" presId="urn:microsoft.com/office/officeart/2005/8/layout/cycle4"/>
    <dgm:cxn modelId="{3A4981E6-8BA0-4523-9241-04C4E857DC90}" type="presParOf" srcId="{3FC0C77C-0D29-486F-B23C-B8E9BE64DECD}" destId="{887F6F9C-0953-44BE-B301-1FB0B30C0AAC}" srcOrd="2" destOrd="0" presId="urn:microsoft.com/office/officeart/2005/8/layout/cycle4"/>
    <dgm:cxn modelId="{E90590B0-9989-462D-BB7B-C3F45B1209FC}" type="presParOf" srcId="{887F6F9C-0953-44BE-B301-1FB0B30C0AAC}" destId="{2A6563BC-099C-4036-BCFE-9FAC15D2EC64}" srcOrd="0" destOrd="0" presId="urn:microsoft.com/office/officeart/2005/8/layout/cycle4"/>
    <dgm:cxn modelId="{EAC38B6C-03CE-4EE7-A88B-B67D2081D842}" type="presParOf" srcId="{887F6F9C-0953-44BE-B301-1FB0B30C0AAC}" destId="{55EB53D4-B088-45EF-97B7-B08967EC6F04}" srcOrd="1" destOrd="0" presId="urn:microsoft.com/office/officeart/2005/8/layout/cycle4"/>
    <dgm:cxn modelId="{410FD672-1371-43E1-B26E-157A74F452E3}" type="presParOf" srcId="{3FC0C77C-0D29-486F-B23C-B8E9BE64DECD}" destId="{667BF45A-D3D4-46A4-9F4A-262DF30D1A90}" srcOrd="3" destOrd="0" presId="urn:microsoft.com/office/officeart/2005/8/layout/cycle4"/>
    <dgm:cxn modelId="{86E53CC9-7096-4267-A813-FD59936F7880}" type="presParOf" srcId="{667BF45A-D3D4-46A4-9F4A-262DF30D1A90}" destId="{6891C370-D390-4A0A-9267-24DCBA2E8F6F}" srcOrd="0" destOrd="0" presId="urn:microsoft.com/office/officeart/2005/8/layout/cycle4"/>
    <dgm:cxn modelId="{F7BBB277-7FE8-453F-874C-C964B5B71420}" type="presParOf" srcId="{667BF45A-D3D4-46A4-9F4A-262DF30D1A90}" destId="{77FF3D27-75D5-4391-8C64-B24B4B14ED93}" srcOrd="1" destOrd="0" presId="urn:microsoft.com/office/officeart/2005/8/layout/cycle4"/>
    <dgm:cxn modelId="{380BD1AB-F7A4-4896-AB74-7DAE9080D71F}" type="presParOf" srcId="{3FC0C77C-0D29-486F-B23C-B8E9BE64DECD}" destId="{BD26DA57-DCB7-4CD4-AF45-D09A4C1457CA}" srcOrd="4" destOrd="0" presId="urn:microsoft.com/office/officeart/2005/8/layout/cycle4"/>
    <dgm:cxn modelId="{D33291A0-9004-46A0-A905-57C920FB88AF}" type="presParOf" srcId="{C035FE53-2256-4A67-BA97-98C95EA061A8}" destId="{FC18575A-E314-49D9-81E0-6EA3FA5A2E1E}" srcOrd="1" destOrd="0" presId="urn:microsoft.com/office/officeart/2005/8/layout/cycle4"/>
    <dgm:cxn modelId="{0EF82ED3-1167-445B-BE59-26A2F2B2F80B}" type="presParOf" srcId="{FC18575A-E314-49D9-81E0-6EA3FA5A2E1E}" destId="{1022210C-76AA-4F8B-97C6-AA3F3342ADF3}" srcOrd="0" destOrd="0" presId="urn:microsoft.com/office/officeart/2005/8/layout/cycle4"/>
    <dgm:cxn modelId="{ED1068ED-7CF5-471C-9AF9-C26F978528E8}" type="presParOf" srcId="{FC18575A-E314-49D9-81E0-6EA3FA5A2E1E}" destId="{506491F8-DA07-4839-BABC-4B620B8E657B}" srcOrd="1" destOrd="0" presId="urn:microsoft.com/office/officeart/2005/8/layout/cycle4"/>
    <dgm:cxn modelId="{20646F18-7104-4A19-B402-B126E50B9995}" type="presParOf" srcId="{FC18575A-E314-49D9-81E0-6EA3FA5A2E1E}" destId="{5EA91133-FD94-4389-8CE2-83D47C8B3E94}" srcOrd="2" destOrd="0" presId="urn:microsoft.com/office/officeart/2005/8/layout/cycle4"/>
    <dgm:cxn modelId="{5820B481-87A4-42F5-97EE-E3E4BD9D5E40}" type="presParOf" srcId="{FC18575A-E314-49D9-81E0-6EA3FA5A2E1E}" destId="{B028D5EF-1D6B-4A85-94ED-34ACBB757787}" srcOrd="3" destOrd="0" presId="urn:microsoft.com/office/officeart/2005/8/layout/cycle4"/>
    <dgm:cxn modelId="{E2426E48-3FEC-4876-99B6-31A3277E6ABC}" type="presParOf" srcId="{FC18575A-E314-49D9-81E0-6EA3FA5A2E1E}" destId="{68B4757C-F260-42AF-AA6E-0C89C0E50DF6}" srcOrd="4" destOrd="0" presId="urn:microsoft.com/office/officeart/2005/8/layout/cycle4"/>
    <dgm:cxn modelId="{F5D61B36-1465-48E7-9219-6813D7B9B4CE}" type="presParOf" srcId="{C035FE53-2256-4A67-BA97-98C95EA061A8}" destId="{0D5C98FC-1B47-4F03-A281-8B6A37A19EB9}" srcOrd="2" destOrd="0" presId="urn:microsoft.com/office/officeart/2005/8/layout/cycle4"/>
    <dgm:cxn modelId="{C74866A6-1C34-47B9-BF1E-890F6E3D6339}" type="presParOf" srcId="{C035FE53-2256-4A67-BA97-98C95EA061A8}" destId="{8AF27C3A-201E-4A16-8D22-401A8C1D12EB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F4515F-EDD2-41B7-A547-114EF555D39B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19C63DC-F5DA-44B2-8B11-7C9EDF5101E7}">
      <dgm:prSet phldrT="[텍스트]"/>
      <dgm:spPr>
        <a:effectLst>
          <a:innerShdw blurRad="63500" dist="50800" dir="81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en-US" altLang="ko-KR" b="1" dirty="0" smtClean="0"/>
            <a:t>IT </a:t>
          </a:r>
          <a:r>
            <a:rPr lang="ko-KR" altLang="en-US" b="1" dirty="0" smtClean="0"/>
            <a:t>자원의 안정된 유지보수 및 운영</a:t>
          </a:r>
          <a:endParaRPr lang="ko-KR" altLang="en-US" b="1" dirty="0"/>
        </a:p>
      </dgm:t>
    </dgm:pt>
    <dgm:pt modelId="{C218096F-2AAD-45F5-A074-D6BB155A21DE}" type="parTrans" cxnId="{EE2D79E2-03B7-4758-92C6-7963B87291BC}">
      <dgm:prSet/>
      <dgm:spPr/>
      <dgm:t>
        <a:bodyPr/>
        <a:lstStyle/>
        <a:p>
          <a:pPr latinLnBrk="1"/>
          <a:endParaRPr lang="ko-KR" altLang="en-US"/>
        </a:p>
      </dgm:t>
    </dgm:pt>
    <dgm:pt modelId="{1A9B1D1D-DCC5-443F-BDEE-ACC9EFF1BEFF}" type="sibTrans" cxnId="{EE2D79E2-03B7-4758-92C6-7963B87291BC}">
      <dgm:prSet/>
      <dgm:spPr/>
      <dgm:t>
        <a:bodyPr/>
        <a:lstStyle/>
        <a:p>
          <a:pPr latinLnBrk="1"/>
          <a:endParaRPr lang="ko-KR" altLang="en-US"/>
        </a:p>
      </dgm:t>
    </dgm:pt>
    <dgm:pt modelId="{355CC67C-AAC9-4407-AB83-6310593E33A7}">
      <dgm:prSet phldrT="[텍스트]"/>
      <dgm:spPr/>
      <dgm:t>
        <a:bodyPr/>
        <a:lstStyle/>
        <a:p>
          <a:pPr latinLnBrk="1"/>
          <a:r>
            <a:rPr lang="ko-KR" altLang="en-US" dirty="0" smtClean="0"/>
            <a:t>우수</a:t>
          </a:r>
          <a:endParaRPr lang="en-US" altLang="ko-KR" dirty="0" smtClean="0"/>
        </a:p>
        <a:p>
          <a:pPr latinLnBrk="1"/>
          <a:r>
            <a:rPr lang="ko-KR" altLang="en-US" dirty="0" smtClean="0"/>
            <a:t>인력</a:t>
          </a:r>
          <a:endParaRPr lang="ko-KR" altLang="en-US" dirty="0"/>
        </a:p>
      </dgm:t>
    </dgm:pt>
    <dgm:pt modelId="{F72590B2-B126-4D3D-A972-1FE1DC38FB1F}" type="parTrans" cxnId="{910AB6D1-181F-460F-8870-B57FEEDCCD7F}">
      <dgm:prSet/>
      <dgm:spPr/>
      <dgm:t>
        <a:bodyPr/>
        <a:lstStyle/>
        <a:p>
          <a:pPr latinLnBrk="1"/>
          <a:endParaRPr lang="ko-KR" altLang="en-US"/>
        </a:p>
      </dgm:t>
    </dgm:pt>
    <dgm:pt modelId="{13F145D4-57C7-42EA-A16D-FA9038AA032D}" type="sibTrans" cxnId="{910AB6D1-181F-460F-8870-B57FEEDCCD7F}">
      <dgm:prSet/>
      <dgm:spPr/>
      <dgm:t>
        <a:bodyPr/>
        <a:lstStyle/>
        <a:p>
          <a:pPr latinLnBrk="1"/>
          <a:endParaRPr lang="ko-KR" altLang="en-US"/>
        </a:p>
      </dgm:t>
    </dgm:pt>
    <dgm:pt modelId="{1229DD50-77AA-4E65-A5FB-AA8D8FBDEAEB}">
      <dgm:prSet phldrT="[텍스트]"/>
      <dgm:spPr/>
      <dgm:t>
        <a:bodyPr/>
        <a:lstStyle/>
        <a:p>
          <a:pPr latinLnBrk="1"/>
          <a:r>
            <a:rPr lang="ko-KR" altLang="en-US" dirty="0" smtClean="0"/>
            <a:t>최고</a:t>
          </a:r>
          <a:endParaRPr lang="en-US" altLang="ko-KR" dirty="0" smtClean="0"/>
        </a:p>
        <a:p>
          <a:pPr latinLnBrk="1"/>
          <a:r>
            <a:rPr lang="ko-KR" altLang="en-US" dirty="0" smtClean="0"/>
            <a:t>기술</a:t>
          </a:r>
          <a:endParaRPr lang="ko-KR" altLang="en-US" dirty="0"/>
        </a:p>
      </dgm:t>
    </dgm:pt>
    <dgm:pt modelId="{960CA2A4-4932-4F97-8E27-5679253A8F80}" type="parTrans" cxnId="{266819A2-58ED-4E1F-A44A-50F96C089889}">
      <dgm:prSet/>
      <dgm:spPr/>
      <dgm:t>
        <a:bodyPr/>
        <a:lstStyle/>
        <a:p>
          <a:pPr latinLnBrk="1"/>
          <a:endParaRPr lang="ko-KR" altLang="en-US"/>
        </a:p>
      </dgm:t>
    </dgm:pt>
    <dgm:pt modelId="{39C1936C-C0A7-4BB9-AC93-1D4C9C022A46}" type="sibTrans" cxnId="{266819A2-58ED-4E1F-A44A-50F96C089889}">
      <dgm:prSet/>
      <dgm:spPr/>
      <dgm:t>
        <a:bodyPr/>
        <a:lstStyle/>
        <a:p>
          <a:pPr latinLnBrk="1"/>
          <a:endParaRPr lang="ko-KR" altLang="en-US"/>
        </a:p>
      </dgm:t>
    </dgm:pt>
    <dgm:pt modelId="{E3977C48-76EF-4EDB-BEE9-DDEA7E7F32C3}">
      <dgm:prSet phldrT="[텍스트]"/>
      <dgm:spPr>
        <a:solidFill>
          <a:schemeClr val="accent1">
            <a:lumMod val="75000"/>
          </a:schemeClr>
        </a:solidFill>
      </dgm:spPr>
      <dgm:t>
        <a:bodyPr/>
        <a:lstStyle/>
        <a:p>
          <a:pPr latinLnBrk="1"/>
          <a:r>
            <a:rPr lang="ko-KR" altLang="en-US" b="1" dirty="0" smtClean="0"/>
            <a:t>서비스</a:t>
          </a:r>
          <a:endParaRPr lang="ko-KR" altLang="en-US" b="1" dirty="0"/>
        </a:p>
      </dgm:t>
    </dgm:pt>
    <dgm:pt modelId="{8E1C9596-32D1-4E42-A66E-20479ADC7EC0}" type="parTrans" cxnId="{36B42B14-5FA8-4BAC-B2D3-8E08CAE00548}">
      <dgm:prSet/>
      <dgm:spPr/>
      <dgm:t>
        <a:bodyPr/>
        <a:lstStyle/>
        <a:p>
          <a:pPr latinLnBrk="1"/>
          <a:endParaRPr lang="ko-KR" altLang="en-US"/>
        </a:p>
      </dgm:t>
    </dgm:pt>
    <dgm:pt modelId="{12446D9C-B57C-4BE7-AF86-CBFCB2C68FBC}" type="sibTrans" cxnId="{36B42B14-5FA8-4BAC-B2D3-8E08CAE00548}">
      <dgm:prSet/>
      <dgm:spPr/>
      <dgm:t>
        <a:bodyPr/>
        <a:lstStyle/>
        <a:p>
          <a:pPr latinLnBrk="1"/>
          <a:endParaRPr lang="ko-KR" altLang="en-US"/>
        </a:p>
      </dgm:t>
    </dgm:pt>
    <dgm:pt modelId="{7B964A75-D4FB-4B5A-AAF5-5C688D2C6808}">
      <dgm:prSet phldrT="[텍스트]"/>
      <dgm:spPr/>
      <dgm:t>
        <a:bodyPr/>
        <a:lstStyle/>
        <a:p>
          <a:pPr latinLnBrk="1"/>
          <a:r>
            <a:rPr lang="ko-KR" altLang="en-US" dirty="0" smtClean="0"/>
            <a:t>신속</a:t>
          </a:r>
          <a:endParaRPr lang="ko-KR" altLang="en-US" dirty="0"/>
        </a:p>
      </dgm:t>
    </dgm:pt>
    <dgm:pt modelId="{0329371F-12BC-4B1B-856D-0ADBD5EB66E8}" type="parTrans" cxnId="{8B128B3D-DEE1-4B5A-B324-B972FC7EA4F3}">
      <dgm:prSet/>
      <dgm:spPr/>
      <dgm:t>
        <a:bodyPr/>
        <a:lstStyle/>
        <a:p>
          <a:pPr latinLnBrk="1"/>
          <a:endParaRPr lang="ko-KR" altLang="en-US"/>
        </a:p>
      </dgm:t>
    </dgm:pt>
    <dgm:pt modelId="{CDA64578-4D83-4B33-B2CF-E84535A723E4}" type="sibTrans" cxnId="{8B128B3D-DEE1-4B5A-B324-B972FC7EA4F3}">
      <dgm:prSet/>
      <dgm:spPr/>
      <dgm:t>
        <a:bodyPr/>
        <a:lstStyle/>
        <a:p>
          <a:pPr latinLnBrk="1"/>
          <a:endParaRPr lang="ko-KR" altLang="en-US"/>
        </a:p>
      </dgm:t>
    </dgm:pt>
    <dgm:pt modelId="{1BFB23E1-2F63-497F-B3A4-D1B81C5BB80D}">
      <dgm:prSet phldrT="[텍스트]"/>
      <dgm:spPr/>
      <dgm:t>
        <a:bodyPr/>
        <a:lstStyle/>
        <a:p>
          <a:pPr latinLnBrk="1"/>
          <a:r>
            <a:rPr lang="ko-KR" altLang="en-US" dirty="0" smtClean="0"/>
            <a:t>정확</a:t>
          </a:r>
          <a:endParaRPr lang="ko-KR" altLang="en-US" dirty="0"/>
        </a:p>
      </dgm:t>
    </dgm:pt>
    <dgm:pt modelId="{194C5887-8E31-4205-A0FF-32C8377BC178}" type="parTrans" cxnId="{1FC567F7-FD50-431C-8EEB-55B6FD2C50C9}">
      <dgm:prSet/>
      <dgm:spPr/>
      <dgm:t>
        <a:bodyPr/>
        <a:lstStyle/>
        <a:p>
          <a:pPr latinLnBrk="1"/>
          <a:endParaRPr lang="ko-KR" altLang="en-US"/>
        </a:p>
      </dgm:t>
    </dgm:pt>
    <dgm:pt modelId="{522023C4-C7A6-4E1F-B516-BEA917B8C841}" type="sibTrans" cxnId="{1FC567F7-FD50-431C-8EEB-55B6FD2C50C9}">
      <dgm:prSet/>
      <dgm:spPr/>
      <dgm:t>
        <a:bodyPr/>
        <a:lstStyle/>
        <a:p>
          <a:pPr latinLnBrk="1"/>
          <a:endParaRPr lang="ko-KR" altLang="en-US"/>
        </a:p>
      </dgm:t>
    </dgm:pt>
    <dgm:pt modelId="{3C3A6FE9-D2A1-4D8F-A7DD-A12819729CFC}">
      <dgm:prSet phldrT="[텍스트]"/>
      <dgm:spPr>
        <a:solidFill>
          <a:schemeClr val="accent5">
            <a:lumMod val="75000"/>
          </a:schemeClr>
        </a:solidFill>
      </dgm:spPr>
      <dgm:t>
        <a:bodyPr/>
        <a:lstStyle/>
        <a:p>
          <a:pPr latinLnBrk="1"/>
          <a:r>
            <a:rPr lang="ko-KR" altLang="en-US" b="1" dirty="0" smtClean="0"/>
            <a:t>고객</a:t>
          </a:r>
          <a:endParaRPr lang="ko-KR" altLang="en-US" b="1" dirty="0"/>
        </a:p>
      </dgm:t>
    </dgm:pt>
    <dgm:pt modelId="{BC609102-EAA1-4C7C-B361-80F113EB2FDD}" type="parTrans" cxnId="{83DC45CA-9C2B-460E-9781-1944AC5846D3}">
      <dgm:prSet/>
      <dgm:spPr/>
      <dgm:t>
        <a:bodyPr/>
        <a:lstStyle/>
        <a:p>
          <a:pPr latinLnBrk="1"/>
          <a:endParaRPr lang="ko-KR" altLang="en-US"/>
        </a:p>
      </dgm:t>
    </dgm:pt>
    <dgm:pt modelId="{332157C4-2E60-42B3-81D7-2A1C49C524F2}" type="sibTrans" cxnId="{83DC45CA-9C2B-460E-9781-1944AC5846D3}">
      <dgm:prSet/>
      <dgm:spPr/>
      <dgm:t>
        <a:bodyPr/>
        <a:lstStyle/>
        <a:p>
          <a:pPr latinLnBrk="1"/>
          <a:endParaRPr lang="ko-KR" altLang="en-US"/>
        </a:p>
      </dgm:t>
    </dgm:pt>
    <dgm:pt modelId="{7B5BD1AD-57C5-4150-B038-5CED837DE689}">
      <dgm:prSet phldrT="[텍스트]"/>
      <dgm:spPr/>
      <dgm:t>
        <a:bodyPr/>
        <a:lstStyle/>
        <a:p>
          <a:pPr latinLnBrk="1"/>
          <a:r>
            <a:rPr lang="ko-KR" altLang="en-US" dirty="0" smtClean="0"/>
            <a:t>만족</a:t>
          </a:r>
          <a:endParaRPr lang="ko-KR" altLang="en-US" dirty="0"/>
        </a:p>
      </dgm:t>
    </dgm:pt>
    <dgm:pt modelId="{50D24148-039C-48D8-8F8E-BF42905B08CB}" type="parTrans" cxnId="{3B24FF63-4644-47E3-A2AF-4DEC0B178FDE}">
      <dgm:prSet/>
      <dgm:spPr/>
      <dgm:t>
        <a:bodyPr/>
        <a:lstStyle/>
        <a:p>
          <a:pPr latinLnBrk="1"/>
          <a:endParaRPr lang="ko-KR" altLang="en-US"/>
        </a:p>
      </dgm:t>
    </dgm:pt>
    <dgm:pt modelId="{5235D391-1D6B-4313-B346-00B4478F5858}" type="sibTrans" cxnId="{3B24FF63-4644-47E3-A2AF-4DEC0B178FDE}">
      <dgm:prSet/>
      <dgm:spPr/>
      <dgm:t>
        <a:bodyPr/>
        <a:lstStyle/>
        <a:p>
          <a:pPr latinLnBrk="1"/>
          <a:endParaRPr lang="ko-KR" altLang="en-US"/>
        </a:p>
      </dgm:t>
    </dgm:pt>
    <dgm:pt modelId="{A7789669-3A78-4646-A4DD-1CFAFB539106}">
      <dgm:prSet phldrT="[텍스트]"/>
      <dgm:spPr/>
      <dgm:t>
        <a:bodyPr/>
        <a:lstStyle/>
        <a:p>
          <a:pPr latinLnBrk="1"/>
          <a:r>
            <a:rPr lang="ko-KR" altLang="en-US" dirty="0" smtClean="0"/>
            <a:t>성장</a:t>
          </a:r>
          <a:endParaRPr lang="ko-KR" altLang="en-US" dirty="0"/>
        </a:p>
      </dgm:t>
    </dgm:pt>
    <dgm:pt modelId="{BE38862F-1F23-4B42-91A5-45348D3225AF}" type="parTrans" cxnId="{E9D5FB77-7B04-4A6A-A56C-7E942FD09B92}">
      <dgm:prSet/>
      <dgm:spPr/>
      <dgm:t>
        <a:bodyPr/>
        <a:lstStyle/>
        <a:p>
          <a:pPr latinLnBrk="1"/>
          <a:endParaRPr lang="ko-KR" altLang="en-US"/>
        </a:p>
      </dgm:t>
    </dgm:pt>
    <dgm:pt modelId="{C138DCC4-3B80-49EA-AB8F-CB185D786910}" type="sibTrans" cxnId="{E9D5FB77-7B04-4A6A-A56C-7E942FD09B92}">
      <dgm:prSet/>
      <dgm:spPr/>
      <dgm:t>
        <a:bodyPr/>
        <a:lstStyle/>
        <a:p>
          <a:pPr latinLnBrk="1"/>
          <a:endParaRPr lang="ko-KR" altLang="en-US"/>
        </a:p>
      </dgm:t>
    </dgm:pt>
    <dgm:pt modelId="{7AB2792C-E900-4DEF-AD5F-063E65DAD24E}" type="pres">
      <dgm:prSet presAssocID="{09F4515F-EDD2-41B7-A547-114EF555D39B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68DA443-2AAA-436D-92E6-77FC1909A256}" type="pres">
      <dgm:prSet presAssocID="{09F4515F-EDD2-41B7-A547-114EF555D39B}" presName="outerBox" presStyleCnt="0"/>
      <dgm:spPr/>
    </dgm:pt>
    <dgm:pt modelId="{513CB7DD-6F5C-455D-A35A-73558B8DEAC1}" type="pres">
      <dgm:prSet presAssocID="{09F4515F-EDD2-41B7-A547-114EF555D39B}" presName="outerBoxParent" presStyleLbl="node1" presStyleIdx="0" presStyleCnt="3" custLinFactNeighborY="-2174"/>
      <dgm:spPr/>
      <dgm:t>
        <a:bodyPr/>
        <a:lstStyle/>
        <a:p>
          <a:pPr latinLnBrk="1"/>
          <a:endParaRPr lang="ko-KR" altLang="en-US"/>
        </a:p>
      </dgm:t>
    </dgm:pt>
    <dgm:pt modelId="{E1E336EE-87A7-4038-9D56-08BFA418C9F6}" type="pres">
      <dgm:prSet presAssocID="{09F4515F-EDD2-41B7-A547-114EF555D39B}" presName="outerBoxChildren" presStyleCnt="0"/>
      <dgm:spPr/>
    </dgm:pt>
    <dgm:pt modelId="{0DA25852-946F-41AC-AD10-0A9293C1B630}" type="pres">
      <dgm:prSet presAssocID="{355CC67C-AAC9-4407-AB83-6310593E33A7}" presName="oChild" presStyleLbl="fgAcc1" presStyleIdx="0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3642E8B-1940-481C-9DFE-48107E3F320F}" type="pres">
      <dgm:prSet presAssocID="{13F145D4-57C7-42EA-A16D-FA9038AA032D}" presName="outerSibTrans" presStyleCnt="0"/>
      <dgm:spPr/>
    </dgm:pt>
    <dgm:pt modelId="{6ADCB699-1994-4BDA-A77C-8D396E428021}" type="pres">
      <dgm:prSet presAssocID="{1229DD50-77AA-4E65-A5FB-AA8D8FBDEAEB}" presName="oChild" presStyleLbl="fgAcc1" presStyleIdx="1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82C19B1-7779-49B5-9185-07DA911D9F9D}" type="pres">
      <dgm:prSet presAssocID="{09F4515F-EDD2-41B7-A547-114EF555D39B}" presName="middleBox" presStyleCnt="0"/>
      <dgm:spPr/>
    </dgm:pt>
    <dgm:pt modelId="{A1CF2CEE-BCE1-4D9D-8709-2BDF884C3232}" type="pres">
      <dgm:prSet presAssocID="{09F4515F-EDD2-41B7-A547-114EF555D39B}" presName="middleBoxParent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9D54EEF5-E30D-416B-A32F-8EA452E4EF2B}" type="pres">
      <dgm:prSet presAssocID="{09F4515F-EDD2-41B7-A547-114EF555D39B}" presName="middleBoxChildren" presStyleCnt="0"/>
      <dgm:spPr/>
    </dgm:pt>
    <dgm:pt modelId="{5793D5CA-3668-480F-9E14-3E0A9815E6E2}" type="pres">
      <dgm:prSet presAssocID="{7B964A75-D4FB-4B5A-AAF5-5C688D2C6808}" presName="mChild" presStyleLbl="fgAcc1" presStyleIdx="2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1F2B43-D484-4B44-8BEC-D9AB84E7BD60}" type="pres">
      <dgm:prSet presAssocID="{CDA64578-4D83-4B33-B2CF-E84535A723E4}" presName="middleSibTrans" presStyleCnt="0"/>
      <dgm:spPr/>
    </dgm:pt>
    <dgm:pt modelId="{C691C3F8-179C-483F-82FD-FE54B3DF099D}" type="pres">
      <dgm:prSet presAssocID="{1BFB23E1-2F63-497F-B3A4-D1B81C5BB80D}" presName="mChild" presStyleLbl="fgAcc1" presStyleIdx="3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0D8C573-A119-4C14-9BDE-667F1147F666}" type="pres">
      <dgm:prSet presAssocID="{09F4515F-EDD2-41B7-A547-114EF555D39B}" presName="centerBox" presStyleCnt="0"/>
      <dgm:spPr/>
    </dgm:pt>
    <dgm:pt modelId="{7C0B9EEB-8B6C-479D-9B41-F0ED6AC2184C}" type="pres">
      <dgm:prSet presAssocID="{09F4515F-EDD2-41B7-A547-114EF555D39B}" presName="centerBoxParent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B3C83B13-001A-4783-AE4E-659BEA011863}" type="pres">
      <dgm:prSet presAssocID="{09F4515F-EDD2-41B7-A547-114EF555D39B}" presName="centerBoxChildren" presStyleCnt="0"/>
      <dgm:spPr/>
    </dgm:pt>
    <dgm:pt modelId="{9954B4E8-B17F-4968-9312-83CB0F546AB5}" type="pres">
      <dgm:prSet presAssocID="{7B5BD1AD-57C5-4150-B038-5CED837DE689}" presName="cChild" presStyleLbl="fgAcc1" presStyleIdx="4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630A4DE-2281-4F6E-93A7-9E4E02B5153D}" type="pres">
      <dgm:prSet presAssocID="{5235D391-1D6B-4313-B346-00B4478F5858}" presName="centerSibTrans" presStyleCnt="0"/>
      <dgm:spPr/>
    </dgm:pt>
    <dgm:pt modelId="{B22AF38E-B31C-4231-B52E-C17560C42CEE}" type="pres">
      <dgm:prSet presAssocID="{A7789669-3A78-4646-A4DD-1CFAFB539106}" presName="cChild" presStyleLbl="fgAcc1" presStyleIdx="5" presStyleCnt="6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3E69E763-FD06-4F98-946C-9220848D87F3}" type="presOf" srcId="{09F4515F-EDD2-41B7-A547-114EF555D39B}" destId="{7AB2792C-E900-4DEF-AD5F-063E65DAD24E}" srcOrd="0" destOrd="0" presId="urn:microsoft.com/office/officeart/2005/8/layout/target2"/>
    <dgm:cxn modelId="{AA9C9D4F-1773-4EF9-AD29-AC7E3F4EF48D}" type="presOf" srcId="{E3977C48-76EF-4EDB-BEE9-DDEA7E7F32C3}" destId="{A1CF2CEE-BCE1-4D9D-8709-2BDF884C3232}" srcOrd="0" destOrd="0" presId="urn:microsoft.com/office/officeart/2005/8/layout/target2"/>
    <dgm:cxn modelId="{36B42B14-5FA8-4BAC-B2D3-8E08CAE00548}" srcId="{09F4515F-EDD2-41B7-A547-114EF555D39B}" destId="{E3977C48-76EF-4EDB-BEE9-DDEA7E7F32C3}" srcOrd="1" destOrd="0" parTransId="{8E1C9596-32D1-4E42-A66E-20479ADC7EC0}" sibTransId="{12446D9C-B57C-4BE7-AF86-CBFCB2C68FBC}"/>
    <dgm:cxn modelId="{2A460388-63B8-4453-B644-ACCE6E586908}" type="presOf" srcId="{7B964A75-D4FB-4B5A-AAF5-5C688D2C6808}" destId="{5793D5CA-3668-480F-9E14-3E0A9815E6E2}" srcOrd="0" destOrd="0" presId="urn:microsoft.com/office/officeart/2005/8/layout/target2"/>
    <dgm:cxn modelId="{C77FD550-49CA-4A42-87B6-1D4E0D80B8B3}" type="presOf" srcId="{7B5BD1AD-57C5-4150-B038-5CED837DE689}" destId="{9954B4E8-B17F-4968-9312-83CB0F546AB5}" srcOrd="0" destOrd="0" presId="urn:microsoft.com/office/officeart/2005/8/layout/target2"/>
    <dgm:cxn modelId="{3B24FF63-4644-47E3-A2AF-4DEC0B178FDE}" srcId="{3C3A6FE9-D2A1-4D8F-A7DD-A12819729CFC}" destId="{7B5BD1AD-57C5-4150-B038-5CED837DE689}" srcOrd="0" destOrd="0" parTransId="{50D24148-039C-48D8-8F8E-BF42905B08CB}" sibTransId="{5235D391-1D6B-4313-B346-00B4478F5858}"/>
    <dgm:cxn modelId="{83DC45CA-9C2B-460E-9781-1944AC5846D3}" srcId="{09F4515F-EDD2-41B7-A547-114EF555D39B}" destId="{3C3A6FE9-D2A1-4D8F-A7DD-A12819729CFC}" srcOrd="2" destOrd="0" parTransId="{BC609102-EAA1-4C7C-B361-80F113EB2FDD}" sibTransId="{332157C4-2E60-42B3-81D7-2A1C49C524F2}"/>
    <dgm:cxn modelId="{910AB6D1-181F-460F-8870-B57FEEDCCD7F}" srcId="{D19C63DC-F5DA-44B2-8B11-7C9EDF5101E7}" destId="{355CC67C-AAC9-4407-AB83-6310593E33A7}" srcOrd="0" destOrd="0" parTransId="{F72590B2-B126-4D3D-A972-1FE1DC38FB1F}" sibTransId="{13F145D4-57C7-42EA-A16D-FA9038AA032D}"/>
    <dgm:cxn modelId="{8B128B3D-DEE1-4B5A-B324-B972FC7EA4F3}" srcId="{E3977C48-76EF-4EDB-BEE9-DDEA7E7F32C3}" destId="{7B964A75-D4FB-4B5A-AAF5-5C688D2C6808}" srcOrd="0" destOrd="0" parTransId="{0329371F-12BC-4B1B-856D-0ADBD5EB66E8}" sibTransId="{CDA64578-4D83-4B33-B2CF-E84535A723E4}"/>
    <dgm:cxn modelId="{266819A2-58ED-4E1F-A44A-50F96C089889}" srcId="{D19C63DC-F5DA-44B2-8B11-7C9EDF5101E7}" destId="{1229DD50-77AA-4E65-A5FB-AA8D8FBDEAEB}" srcOrd="1" destOrd="0" parTransId="{960CA2A4-4932-4F97-8E27-5679253A8F80}" sibTransId="{39C1936C-C0A7-4BB9-AC93-1D4C9C022A46}"/>
    <dgm:cxn modelId="{E9D5FB77-7B04-4A6A-A56C-7E942FD09B92}" srcId="{3C3A6FE9-D2A1-4D8F-A7DD-A12819729CFC}" destId="{A7789669-3A78-4646-A4DD-1CFAFB539106}" srcOrd="1" destOrd="0" parTransId="{BE38862F-1F23-4B42-91A5-45348D3225AF}" sibTransId="{C138DCC4-3B80-49EA-AB8F-CB185D786910}"/>
    <dgm:cxn modelId="{5E27CE67-C04D-4B76-A39B-7759CCA8C559}" type="presOf" srcId="{3C3A6FE9-D2A1-4D8F-A7DD-A12819729CFC}" destId="{7C0B9EEB-8B6C-479D-9B41-F0ED6AC2184C}" srcOrd="0" destOrd="0" presId="urn:microsoft.com/office/officeart/2005/8/layout/target2"/>
    <dgm:cxn modelId="{99BCBBEC-AF07-4A13-A3C4-331197207AF3}" type="presOf" srcId="{D19C63DC-F5DA-44B2-8B11-7C9EDF5101E7}" destId="{513CB7DD-6F5C-455D-A35A-73558B8DEAC1}" srcOrd="0" destOrd="0" presId="urn:microsoft.com/office/officeart/2005/8/layout/target2"/>
    <dgm:cxn modelId="{EE2D79E2-03B7-4758-92C6-7963B87291BC}" srcId="{09F4515F-EDD2-41B7-A547-114EF555D39B}" destId="{D19C63DC-F5DA-44B2-8B11-7C9EDF5101E7}" srcOrd="0" destOrd="0" parTransId="{C218096F-2AAD-45F5-A074-D6BB155A21DE}" sibTransId="{1A9B1D1D-DCC5-443F-BDEE-ACC9EFF1BEFF}"/>
    <dgm:cxn modelId="{71BC1A1C-AE50-49D2-8B67-7E1E3B0CB5ED}" type="presOf" srcId="{355CC67C-AAC9-4407-AB83-6310593E33A7}" destId="{0DA25852-946F-41AC-AD10-0A9293C1B630}" srcOrd="0" destOrd="0" presId="urn:microsoft.com/office/officeart/2005/8/layout/target2"/>
    <dgm:cxn modelId="{AE1FCCDE-C5EA-4BC2-BBB7-641FA28A0A59}" type="presOf" srcId="{1BFB23E1-2F63-497F-B3A4-D1B81C5BB80D}" destId="{C691C3F8-179C-483F-82FD-FE54B3DF099D}" srcOrd="0" destOrd="0" presId="urn:microsoft.com/office/officeart/2005/8/layout/target2"/>
    <dgm:cxn modelId="{1FC567F7-FD50-431C-8EEB-55B6FD2C50C9}" srcId="{E3977C48-76EF-4EDB-BEE9-DDEA7E7F32C3}" destId="{1BFB23E1-2F63-497F-B3A4-D1B81C5BB80D}" srcOrd="1" destOrd="0" parTransId="{194C5887-8E31-4205-A0FF-32C8377BC178}" sibTransId="{522023C4-C7A6-4E1F-B516-BEA917B8C841}"/>
    <dgm:cxn modelId="{C4C7EAF2-9533-4938-8283-3BE9F0ADFB2D}" type="presOf" srcId="{A7789669-3A78-4646-A4DD-1CFAFB539106}" destId="{B22AF38E-B31C-4231-B52E-C17560C42CEE}" srcOrd="0" destOrd="0" presId="urn:microsoft.com/office/officeart/2005/8/layout/target2"/>
    <dgm:cxn modelId="{51987793-1FA9-4001-B2F6-74540CEA1E9C}" type="presOf" srcId="{1229DD50-77AA-4E65-A5FB-AA8D8FBDEAEB}" destId="{6ADCB699-1994-4BDA-A77C-8D396E428021}" srcOrd="0" destOrd="0" presId="urn:microsoft.com/office/officeart/2005/8/layout/target2"/>
    <dgm:cxn modelId="{616FB43B-DB82-4886-9A8B-AFA3ED0FBAC2}" type="presParOf" srcId="{7AB2792C-E900-4DEF-AD5F-063E65DAD24E}" destId="{668DA443-2AAA-436D-92E6-77FC1909A256}" srcOrd="0" destOrd="0" presId="urn:microsoft.com/office/officeart/2005/8/layout/target2"/>
    <dgm:cxn modelId="{7032C639-63BE-4D24-A42C-56B9F3AF3355}" type="presParOf" srcId="{668DA443-2AAA-436D-92E6-77FC1909A256}" destId="{513CB7DD-6F5C-455D-A35A-73558B8DEAC1}" srcOrd="0" destOrd="0" presId="urn:microsoft.com/office/officeart/2005/8/layout/target2"/>
    <dgm:cxn modelId="{3B7671CB-ACC6-46D9-AC83-734754AD029A}" type="presParOf" srcId="{668DA443-2AAA-436D-92E6-77FC1909A256}" destId="{E1E336EE-87A7-4038-9D56-08BFA418C9F6}" srcOrd="1" destOrd="0" presId="urn:microsoft.com/office/officeart/2005/8/layout/target2"/>
    <dgm:cxn modelId="{16AEE721-73F8-4D7D-9E33-0B9EF32929B4}" type="presParOf" srcId="{E1E336EE-87A7-4038-9D56-08BFA418C9F6}" destId="{0DA25852-946F-41AC-AD10-0A9293C1B630}" srcOrd="0" destOrd="0" presId="urn:microsoft.com/office/officeart/2005/8/layout/target2"/>
    <dgm:cxn modelId="{B16C4C0B-E77C-4462-B524-1B56CDF8EF45}" type="presParOf" srcId="{E1E336EE-87A7-4038-9D56-08BFA418C9F6}" destId="{23642E8B-1940-481C-9DFE-48107E3F320F}" srcOrd="1" destOrd="0" presId="urn:microsoft.com/office/officeart/2005/8/layout/target2"/>
    <dgm:cxn modelId="{F111A98C-2340-4434-8914-4E7057B8CBC1}" type="presParOf" srcId="{E1E336EE-87A7-4038-9D56-08BFA418C9F6}" destId="{6ADCB699-1994-4BDA-A77C-8D396E428021}" srcOrd="2" destOrd="0" presId="urn:microsoft.com/office/officeart/2005/8/layout/target2"/>
    <dgm:cxn modelId="{EE6B7020-A8D5-4CB2-972D-E36E3D31F665}" type="presParOf" srcId="{7AB2792C-E900-4DEF-AD5F-063E65DAD24E}" destId="{882C19B1-7779-49B5-9185-07DA911D9F9D}" srcOrd="1" destOrd="0" presId="urn:microsoft.com/office/officeart/2005/8/layout/target2"/>
    <dgm:cxn modelId="{4E85F5C2-D197-488E-A2D7-33979AA8BD92}" type="presParOf" srcId="{882C19B1-7779-49B5-9185-07DA911D9F9D}" destId="{A1CF2CEE-BCE1-4D9D-8709-2BDF884C3232}" srcOrd="0" destOrd="0" presId="urn:microsoft.com/office/officeart/2005/8/layout/target2"/>
    <dgm:cxn modelId="{2DF77600-ADFE-4D2D-A7F2-0A4CF2D09FAA}" type="presParOf" srcId="{882C19B1-7779-49B5-9185-07DA911D9F9D}" destId="{9D54EEF5-E30D-416B-A32F-8EA452E4EF2B}" srcOrd="1" destOrd="0" presId="urn:microsoft.com/office/officeart/2005/8/layout/target2"/>
    <dgm:cxn modelId="{52BB2B00-1839-4F47-8C23-4813D1EAF066}" type="presParOf" srcId="{9D54EEF5-E30D-416B-A32F-8EA452E4EF2B}" destId="{5793D5CA-3668-480F-9E14-3E0A9815E6E2}" srcOrd="0" destOrd="0" presId="urn:microsoft.com/office/officeart/2005/8/layout/target2"/>
    <dgm:cxn modelId="{C6347FD3-D8A8-4459-B866-341C6C4C9984}" type="presParOf" srcId="{9D54EEF5-E30D-416B-A32F-8EA452E4EF2B}" destId="{561F2B43-D484-4B44-8BEC-D9AB84E7BD60}" srcOrd="1" destOrd="0" presId="urn:microsoft.com/office/officeart/2005/8/layout/target2"/>
    <dgm:cxn modelId="{E702AE9A-762C-4E51-A67D-C2D9566F7837}" type="presParOf" srcId="{9D54EEF5-E30D-416B-A32F-8EA452E4EF2B}" destId="{C691C3F8-179C-483F-82FD-FE54B3DF099D}" srcOrd="2" destOrd="0" presId="urn:microsoft.com/office/officeart/2005/8/layout/target2"/>
    <dgm:cxn modelId="{6FB11429-F397-471F-82F9-0E7F7F8C1C87}" type="presParOf" srcId="{7AB2792C-E900-4DEF-AD5F-063E65DAD24E}" destId="{10D8C573-A119-4C14-9BDE-667F1147F666}" srcOrd="2" destOrd="0" presId="urn:microsoft.com/office/officeart/2005/8/layout/target2"/>
    <dgm:cxn modelId="{1C1E383F-596E-4D68-9BC8-F36F130EBCCC}" type="presParOf" srcId="{10D8C573-A119-4C14-9BDE-667F1147F666}" destId="{7C0B9EEB-8B6C-479D-9B41-F0ED6AC2184C}" srcOrd="0" destOrd="0" presId="urn:microsoft.com/office/officeart/2005/8/layout/target2"/>
    <dgm:cxn modelId="{A96E5E39-A334-4AF8-8EAC-E8F8FC28011C}" type="presParOf" srcId="{10D8C573-A119-4C14-9BDE-667F1147F666}" destId="{B3C83B13-001A-4783-AE4E-659BEA011863}" srcOrd="1" destOrd="0" presId="urn:microsoft.com/office/officeart/2005/8/layout/target2"/>
    <dgm:cxn modelId="{97289A99-76E8-40D5-BBAE-010BC69BEA7C}" type="presParOf" srcId="{B3C83B13-001A-4783-AE4E-659BEA011863}" destId="{9954B4E8-B17F-4968-9312-83CB0F546AB5}" srcOrd="0" destOrd="0" presId="urn:microsoft.com/office/officeart/2005/8/layout/target2"/>
    <dgm:cxn modelId="{D3BBFDCC-C737-486E-BC23-E0BCF694160A}" type="presParOf" srcId="{B3C83B13-001A-4783-AE4E-659BEA011863}" destId="{0630A4DE-2281-4F6E-93A7-9E4E02B5153D}" srcOrd="1" destOrd="0" presId="urn:microsoft.com/office/officeart/2005/8/layout/target2"/>
    <dgm:cxn modelId="{39463600-0D7A-477E-8A73-3AA5CB3277E8}" type="presParOf" srcId="{B3C83B13-001A-4783-AE4E-659BEA011863}" destId="{B22AF38E-B31C-4231-B52E-C17560C42CEE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D1405EE-6DB1-4340-BDA8-F491CE9377E0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08F4A376-5397-466D-ADDC-BADB90D1D271}">
      <dgm:prSet phldrT="[텍스트]"/>
      <dgm:spPr>
        <a:solidFill>
          <a:schemeClr val="accent3">
            <a:lumMod val="5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latinLnBrk="1"/>
          <a:r>
            <a:rPr lang="ko-KR" altLang="en-US" dirty="0" smtClean="0"/>
            <a:t>서비스</a:t>
          </a:r>
          <a:endParaRPr lang="ko-KR" altLang="en-US" dirty="0"/>
        </a:p>
      </dgm:t>
    </dgm:pt>
    <dgm:pt modelId="{20997EDB-19E1-45F9-AA50-F3AB47A88BF6}" type="parTrans" cxnId="{933BE742-B2C3-4FF5-96DD-D66ED8B40C89}">
      <dgm:prSet/>
      <dgm:spPr/>
      <dgm:t>
        <a:bodyPr/>
        <a:lstStyle/>
        <a:p>
          <a:pPr latinLnBrk="1"/>
          <a:endParaRPr lang="ko-KR" altLang="en-US"/>
        </a:p>
      </dgm:t>
    </dgm:pt>
    <dgm:pt modelId="{EDF88FBB-F7C9-4C31-A321-FE6D19BA1D01}" type="sibTrans" cxnId="{933BE742-B2C3-4FF5-96DD-D66ED8B40C89}">
      <dgm:prSet/>
      <dgm:spPr/>
      <dgm:t>
        <a:bodyPr/>
        <a:lstStyle/>
        <a:p>
          <a:pPr latinLnBrk="1"/>
          <a:endParaRPr lang="ko-KR" altLang="en-US" dirty="0"/>
        </a:p>
      </dgm:t>
    </dgm:pt>
    <dgm:pt modelId="{9C2E5245-9477-4243-A38E-57765BDB281C}">
      <dgm:prSet phldrT="[텍스트]"/>
      <dgm:spPr>
        <a:solidFill>
          <a:srgbClr val="002060"/>
        </a:solidFill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latinLnBrk="1"/>
          <a:r>
            <a:rPr lang="ko-KR" altLang="en-US" dirty="0" smtClean="0"/>
            <a:t>인력</a:t>
          </a:r>
          <a:endParaRPr lang="ko-KR" altLang="en-US" dirty="0"/>
        </a:p>
      </dgm:t>
    </dgm:pt>
    <dgm:pt modelId="{BB575F56-FDBD-4E28-9420-2D06851D38BA}" type="parTrans" cxnId="{7401FCDE-813C-4B8D-A928-4AB1349D193C}">
      <dgm:prSet/>
      <dgm:spPr/>
      <dgm:t>
        <a:bodyPr/>
        <a:lstStyle/>
        <a:p>
          <a:pPr latinLnBrk="1"/>
          <a:endParaRPr lang="ko-KR" altLang="en-US"/>
        </a:p>
      </dgm:t>
    </dgm:pt>
    <dgm:pt modelId="{EA3698B6-536F-41B2-9C0D-81F683DBB2B1}" type="sibTrans" cxnId="{7401FCDE-813C-4B8D-A928-4AB1349D193C}">
      <dgm:prSet/>
      <dgm:spPr/>
      <dgm:t>
        <a:bodyPr/>
        <a:lstStyle/>
        <a:p>
          <a:pPr latinLnBrk="1"/>
          <a:endParaRPr lang="ko-KR" altLang="en-US" dirty="0"/>
        </a:p>
      </dgm:t>
    </dgm:pt>
    <dgm:pt modelId="{22970469-51A9-4B77-8E88-9D4D2D370E2B}">
      <dgm:prSet phldrT="[텍스트]"/>
      <dgm:spPr>
        <a:solidFill>
          <a:srgbClr val="C00000"/>
        </a:solidFill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gm:spPr>
      <dgm:t>
        <a:bodyPr/>
        <a:lstStyle/>
        <a:p>
          <a:pPr latinLnBrk="1"/>
          <a:r>
            <a:rPr lang="ko-KR" altLang="en-US" dirty="0" smtClean="0"/>
            <a:t>기술</a:t>
          </a:r>
          <a:endParaRPr lang="ko-KR" altLang="en-US" dirty="0"/>
        </a:p>
      </dgm:t>
    </dgm:pt>
    <dgm:pt modelId="{B32C92A4-9255-4660-976E-1996BC0BCD94}" type="parTrans" cxnId="{50EFEE4A-7C7B-470B-A94C-C533E32508EA}">
      <dgm:prSet/>
      <dgm:spPr/>
      <dgm:t>
        <a:bodyPr/>
        <a:lstStyle/>
        <a:p>
          <a:pPr latinLnBrk="1"/>
          <a:endParaRPr lang="ko-KR" altLang="en-US"/>
        </a:p>
      </dgm:t>
    </dgm:pt>
    <dgm:pt modelId="{F9AA1A29-E867-4496-94F1-B773199115EB}" type="sibTrans" cxnId="{50EFEE4A-7C7B-470B-A94C-C533E32508EA}">
      <dgm:prSet/>
      <dgm:spPr/>
      <dgm:t>
        <a:bodyPr/>
        <a:lstStyle/>
        <a:p>
          <a:pPr latinLnBrk="1"/>
          <a:endParaRPr lang="ko-KR" altLang="en-US" dirty="0"/>
        </a:p>
      </dgm:t>
    </dgm:pt>
    <dgm:pt modelId="{3DD0B15A-658C-42B7-803B-179100CF4B48}" type="pres">
      <dgm:prSet presAssocID="{5D1405EE-6DB1-4340-BDA8-F491CE9377E0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46F64775-381C-4462-9270-022F3D0F9E86}" type="pres">
      <dgm:prSet presAssocID="{08F4A376-5397-466D-ADDC-BADB90D1D271}" presName="gear1" presStyleLbl="node1" presStyleIdx="0" presStyleCnt="3" custLinFactNeighborX="-186" custLinFactNeighborY="-186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D7C7168-87C8-4D5F-B7EE-572676B904E3}" type="pres">
      <dgm:prSet presAssocID="{08F4A376-5397-466D-ADDC-BADB90D1D271}" presName="gear1src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44DB6FAC-9AA2-42BA-A6CE-9C15CFC665B7}" type="pres">
      <dgm:prSet presAssocID="{08F4A376-5397-466D-ADDC-BADB90D1D271}" presName="gear1dstNode" presStyleLbl="node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29A4FA4D-B05F-4082-9525-03CA104D6E9C}" type="pres">
      <dgm:prSet presAssocID="{9C2E5245-9477-4243-A38E-57765BDB281C}" presName="gear2" presStyleLbl="node1" presStyleIdx="1" presStyleCnt="3" custLinFactNeighborX="-255" custLinFactNeighborY="-255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A347B8B-5081-4509-BB1E-E980DB20B5B3}" type="pres">
      <dgm:prSet presAssocID="{9C2E5245-9477-4243-A38E-57765BDB281C}" presName="gear2src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CC17204E-D043-4D63-A4AB-4159C643A022}" type="pres">
      <dgm:prSet presAssocID="{9C2E5245-9477-4243-A38E-57765BDB281C}" presName="gear2dstNode" presStyleLbl="node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72B20E94-7C29-40EB-A6B2-B51AC79F0E89}" type="pres">
      <dgm:prSet presAssocID="{22970469-51A9-4B77-8E88-9D4D2D370E2B}" presName="gear3" presStyleLbl="node1" presStyleIdx="2" presStyleCnt="3" custLinFactNeighborX="-808"/>
      <dgm:spPr/>
      <dgm:t>
        <a:bodyPr/>
        <a:lstStyle/>
        <a:p>
          <a:pPr latinLnBrk="1"/>
          <a:endParaRPr lang="ko-KR" altLang="en-US"/>
        </a:p>
      </dgm:t>
    </dgm:pt>
    <dgm:pt modelId="{B3D5073F-DFAD-4E41-BC7C-E4F8840E23B1}" type="pres">
      <dgm:prSet presAssocID="{22970469-51A9-4B77-8E88-9D4D2D370E2B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975BAEC-1514-436F-971F-6ABFFB4164F3}" type="pres">
      <dgm:prSet presAssocID="{22970469-51A9-4B77-8E88-9D4D2D370E2B}" presName="gear3src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2429AE4A-AB46-4FE3-AFD9-AEB8BEFF7ED5}" type="pres">
      <dgm:prSet presAssocID="{22970469-51A9-4B77-8E88-9D4D2D370E2B}" presName="gear3dstNode" presStyleLbl="node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6D333C9C-D5F3-438C-8BC9-CC5FDEE5FE46}" type="pres">
      <dgm:prSet presAssocID="{EDF88FBB-F7C9-4C31-A321-FE6D19BA1D01}" presName="connector1" presStyleLbl="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93203440-11C1-4801-A64F-298E3CF8E936}" type="pres">
      <dgm:prSet presAssocID="{EA3698B6-536F-41B2-9C0D-81F683DBB2B1}" presName="connector2" presStyleLbl="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00F2A231-835E-4A6D-8FF6-3FC74A8559B0}" type="pres">
      <dgm:prSet presAssocID="{F9AA1A29-E867-4496-94F1-B773199115EB}" presName="connector3" presStyleLbl="sibTrans2D1" presStyleIdx="2" presStyleCnt="3"/>
      <dgm:spPr/>
      <dgm:t>
        <a:bodyPr/>
        <a:lstStyle/>
        <a:p>
          <a:pPr latinLnBrk="1"/>
          <a:endParaRPr lang="ko-KR" altLang="en-US"/>
        </a:p>
      </dgm:t>
    </dgm:pt>
  </dgm:ptLst>
  <dgm:cxnLst>
    <dgm:cxn modelId="{4EEF824F-EB64-456F-9C4F-37F9DF967F3B}" type="presOf" srcId="{5D1405EE-6DB1-4340-BDA8-F491CE9377E0}" destId="{3DD0B15A-658C-42B7-803B-179100CF4B48}" srcOrd="0" destOrd="0" presId="urn:microsoft.com/office/officeart/2005/8/layout/gear1"/>
    <dgm:cxn modelId="{50EFEE4A-7C7B-470B-A94C-C533E32508EA}" srcId="{5D1405EE-6DB1-4340-BDA8-F491CE9377E0}" destId="{22970469-51A9-4B77-8E88-9D4D2D370E2B}" srcOrd="2" destOrd="0" parTransId="{B32C92A4-9255-4660-976E-1996BC0BCD94}" sibTransId="{F9AA1A29-E867-4496-94F1-B773199115EB}"/>
    <dgm:cxn modelId="{23CB6A8C-C667-4634-A5A1-806FA3CBB1F0}" type="presOf" srcId="{08F4A376-5397-466D-ADDC-BADB90D1D271}" destId="{46F64775-381C-4462-9270-022F3D0F9E86}" srcOrd="0" destOrd="0" presId="urn:microsoft.com/office/officeart/2005/8/layout/gear1"/>
    <dgm:cxn modelId="{933BE742-B2C3-4FF5-96DD-D66ED8B40C89}" srcId="{5D1405EE-6DB1-4340-BDA8-F491CE9377E0}" destId="{08F4A376-5397-466D-ADDC-BADB90D1D271}" srcOrd="0" destOrd="0" parTransId="{20997EDB-19E1-45F9-AA50-F3AB47A88BF6}" sibTransId="{EDF88FBB-F7C9-4C31-A321-FE6D19BA1D01}"/>
    <dgm:cxn modelId="{F7B35FA8-8668-4870-89CE-CBB705D584D1}" type="presOf" srcId="{9C2E5245-9477-4243-A38E-57765BDB281C}" destId="{29A4FA4D-B05F-4082-9525-03CA104D6E9C}" srcOrd="0" destOrd="0" presId="urn:microsoft.com/office/officeart/2005/8/layout/gear1"/>
    <dgm:cxn modelId="{C8530DBE-1973-4A60-8C54-8675F8BFD1C8}" type="presOf" srcId="{22970469-51A9-4B77-8E88-9D4D2D370E2B}" destId="{B3D5073F-DFAD-4E41-BC7C-E4F8840E23B1}" srcOrd="1" destOrd="0" presId="urn:microsoft.com/office/officeart/2005/8/layout/gear1"/>
    <dgm:cxn modelId="{30AF0F03-64C3-45B1-81F9-1520EF463F27}" type="presOf" srcId="{EA3698B6-536F-41B2-9C0D-81F683DBB2B1}" destId="{93203440-11C1-4801-A64F-298E3CF8E936}" srcOrd="0" destOrd="0" presId="urn:microsoft.com/office/officeart/2005/8/layout/gear1"/>
    <dgm:cxn modelId="{FB8FF94C-42F8-4B2E-BD4C-FD10A42F4FFE}" type="presOf" srcId="{22970469-51A9-4B77-8E88-9D4D2D370E2B}" destId="{2429AE4A-AB46-4FE3-AFD9-AEB8BEFF7ED5}" srcOrd="3" destOrd="0" presId="urn:microsoft.com/office/officeart/2005/8/layout/gear1"/>
    <dgm:cxn modelId="{1C8F6DD3-2866-4532-8175-A5868BCA5EEA}" type="presOf" srcId="{08F4A376-5397-466D-ADDC-BADB90D1D271}" destId="{44DB6FAC-9AA2-42BA-A6CE-9C15CFC665B7}" srcOrd="2" destOrd="0" presId="urn:microsoft.com/office/officeart/2005/8/layout/gear1"/>
    <dgm:cxn modelId="{4C752896-1E2E-4A01-BD7D-0BD01EAF2352}" type="presOf" srcId="{EDF88FBB-F7C9-4C31-A321-FE6D19BA1D01}" destId="{6D333C9C-D5F3-438C-8BC9-CC5FDEE5FE46}" srcOrd="0" destOrd="0" presId="urn:microsoft.com/office/officeart/2005/8/layout/gear1"/>
    <dgm:cxn modelId="{7ABF16C2-F218-4340-AA17-A331A31DD6E1}" type="presOf" srcId="{9C2E5245-9477-4243-A38E-57765BDB281C}" destId="{8A347B8B-5081-4509-BB1E-E980DB20B5B3}" srcOrd="1" destOrd="0" presId="urn:microsoft.com/office/officeart/2005/8/layout/gear1"/>
    <dgm:cxn modelId="{5F051AF4-6640-4FEC-8BDA-B1DA261E9C90}" type="presOf" srcId="{F9AA1A29-E867-4496-94F1-B773199115EB}" destId="{00F2A231-835E-4A6D-8FF6-3FC74A8559B0}" srcOrd="0" destOrd="0" presId="urn:microsoft.com/office/officeart/2005/8/layout/gear1"/>
    <dgm:cxn modelId="{7401FCDE-813C-4B8D-A928-4AB1349D193C}" srcId="{5D1405EE-6DB1-4340-BDA8-F491CE9377E0}" destId="{9C2E5245-9477-4243-A38E-57765BDB281C}" srcOrd="1" destOrd="0" parTransId="{BB575F56-FDBD-4E28-9420-2D06851D38BA}" sibTransId="{EA3698B6-536F-41B2-9C0D-81F683DBB2B1}"/>
    <dgm:cxn modelId="{51E0184A-FC15-408B-97ED-7CA1156EE0F7}" type="presOf" srcId="{22970469-51A9-4B77-8E88-9D4D2D370E2B}" destId="{C975BAEC-1514-436F-971F-6ABFFB4164F3}" srcOrd="2" destOrd="0" presId="urn:microsoft.com/office/officeart/2005/8/layout/gear1"/>
    <dgm:cxn modelId="{B5ABAF89-AC21-42E7-BB1F-2D28836A9AC4}" type="presOf" srcId="{9C2E5245-9477-4243-A38E-57765BDB281C}" destId="{CC17204E-D043-4D63-A4AB-4159C643A022}" srcOrd="2" destOrd="0" presId="urn:microsoft.com/office/officeart/2005/8/layout/gear1"/>
    <dgm:cxn modelId="{33C60B36-8B20-41AC-A816-6351B5A28AC3}" type="presOf" srcId="{08F4A376-5397-466D-ADDC-BADB90D1D271}" destId="{1D7C7168-87C8-4D5F-B7EE-572676B904E3}" srcOrd="1" destOrd="0" presId="urn:microsoft.com/office/officeart/2005/8/layout/gear1"/>
    <dgm:cxn modelId="{DBE232FA-7006-4D57-9108-1F524A951940}" type="presOf" srcId="{22970469-51A9-4B77-8E88-9D4D2D370E2B}" destId="{72B20E94-7C29-40EB-A6B2-B51AC79F0E89}" srcOrd="0" destOrd="0" presId="urn:microsoft.com/office/officeart/2005/8/layout/gear1"/>
    <dgm:cxn modelId="{F6D0437D-C730-4A68-B099-34254F28DFD4}" type="presParOf" srcId="{3DD0B15A-658C-42B7-803B-179100CF4B48}" destId="{46F64775-381C-4462-9270-022F3D0F9E86}" srcOrd="0" destOrd="0" presId="urn:microsoft.com/office/officeart/2005/8/layout/gear1"/>
    <dgm:cxn modelId="{7F7A8A1C-0F5A-498E-94CF-2480EA0B176C}" type="presParOf" srcId="{3DD0B15A-658C-42B7-803B-179100CF4B48}" destId="{1D7C7168-87C8-4D5F-B7EE-572676B904E3}" srcOrd="1" destOrd="0" presId="urn:microsoft.com/office/officeart/2005/8/layout/gear1"/>
    <dgm:cxn modelId="{212C0A48-7129-43FD-A143-E0FF85712B60}" type="presParOf" srcId="{3DD0B15A-658C-42B7-803B-179100CF4B48}" destId="{44DB6FAC-9AA2-42BA-A6CE-9C15CFC665B7}" srcOrd="2" destOrd="0" presId="urn:microsoft.com/office/officeart/2005/8/layout/gear1"/>
    <dgm:cxn modelId="{86BFC47E-251C-4D0B-B9E5-9064809B27EB}" type="presParOf" srcId="{3DD0B15A-658C-42B7-803B-179100CF4B48}" destId="{29A4FA4D-B05F-4082-9525-03CA104D6E9C}" srcOrd="3" destOrd="0" presId="urn:microsoft.com/office/officeart/2005/8/layout/gear1"/>
    <dgm:cxn modelId="{A211908C-41E5-4940-96D5-170C0873BADB}" type="presParOf" srcId="{3DD0B15A-658C-42B7-803B-179100CF4B48}" destId="{8A347B8B-5081-4509-BB1E-E980DB20B5B3}" srcOrd="4" destOrd="0" presId="urn:microsoft.com/office/officeart/2005/8/layout/gear1"/>
    <dgm:cxn modelId="{4990DFD6-46CE-48B1-BB0D-1B9A3E825C14}" type="presParOf" srcId="{3DD0B15A-658C-42B7-803B-179100CF4B48}" destId="{CC17204E-D043-4D63-A4AB-4159C643A022}" srcOrd="5" destOrd="0" presId="urn:microsoft.com/office/officeart/2005/8/layout/gear1"/>
    <dgm:cxn modelId="{D88F009E-CA60-4B1F-8B50-3BA34902846F}" type="presParOf" srcId="{3DD0B15A-658C-42B7-803B-179100CF4B48}" destId="{72B20E94-7C29-40EB-A6B2-B51AC79F0E89}" srcOrd="6" destOrd="0" presId="urn:microsoft.com/office/officeart/2005/8/layout/gear1"/>
    <dgm:cxn modelId="{380334F9-CF77-4FB4-88DD-DFDB2816EFCF}" type="presParOf" srcId="{3DD0B15A-658C-42B7-803B-179100CF4B48}" destId="{B3D5073F-DFAD-4E41-BC7C-E4F8840E23B1}" srcOrd="7" destOrd="0" presId="urn:microsoft.com/office/officeart/2005/8/layout/gear1"/>
    <dgm:cxn modelId="{00DBFF0B-C4F2-4D9E-ACF4-154963F5CB75}" type="presParOf" srcId="{3DD0B15A-658C-42B7-803B-179100CF4B48}" destId="{C975BAEC-1514-436F-971F-6ABFFB4164F3}" srcOrd="8" destOrd="0" presId="urn:microsoft.com/office/officeart/2005/8/layout/gear1"/>
    <dgm:cxn modelId="{7286790D-2F3B-4A3D-9470-C486DDF500CC}" type="presParOf" srcId="{3DD0B15A-658C-42B7-803B-179100CF4B48}" destId="{2429AE4A-AB46-4FE3-AFD9-AEB8BEFF7ED5}" srcOrd="9" destOrd="0" presId="urn:microsoft.com/office/officeart/2005/8/layout/gear1"/>
    <dgm:cxn modelId="{417DE750-EAE7-4F43-B8F3-BFEF4DEDA392}" type="presParOf" srcId="{3DD0B15A-658C-42B7-803B-179100CF4B48}" destId="{6D333C9C-D5F3-438C-8BC9-CC5FDEE5FE46}" srcOrd="10" destOrd="0" presId="urn:microsoft.com/office/officeart/2005/8/layout/gear1"/>
    <dgm:cxn modelId="{22AFD3E1-9BF3-4B94-85A1-7CBB316B78C6}" type="presParOf" srcId="{3DD0B15A-658C-42B7-803B-179100CF4B48}" destId="{93203440-11C1-4801-A64F-298E3CF8E936}" srcOrd="11" destOrd="0" presId="urn:microsoft.com/office/officeart/2005/8/layout/gear1"/>
    <dgm:cxn modelId="{62B19855-3C40-4425-B596-BAFAB5A28D9A}" type="presParOf" srcId="{3DD0B15A-658C-42B7-803B-179100CF4B48}" destId="{00F2A231-835E-4A6D-8FF6-3FC74A8559B0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4C91EA3-CAD3-4C36-AF91-DD963036EAE2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84DC9D66-DC7B-4832-B4A0-9D57F3DBC583}">
      <dgm:prSet phldrT="[텍스트]" custT="1"/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en-US" altLang="ko-KR" sz="1600" dirty="0" smtClean="0"/>
            <a:t>H/W, S/W </a:t>
          </a:r>
          <a:endParaRPr lang="ko-KR" altLang="en-US" sz="1600" dirty="0"/>
        </a:p>
      </dgm:t>
    </dgm:pt>
    <dgm:pt modelId="{058E8B7B-75C9-4474-9785-2F3C2890CE02}" type="parTrans" cxnId="{8B3CCBCE-0343-42D1-B90D-06004F493AEC}">
      <dgm:prSet/>
      <dgm:spPr/>
      <dgm:t>
        <a:bodyPr/>
        <a:lstStyle/>
        <a:p>
          <a:pPr latinLnBrk="1"/>
          <a:endParaRPr lang="ko-KR" altLang="en-US"/>
        </a:p>
      </dgm:t>
    </dgm:pt>
    <dgm:pt modelId="{935FABCD-78B4-4C3A-8A63-5AEEE47DFCE8}" type="sibTrans" cxnId="{8B3CCBCE-0343-42D1-B90D-06004F493AEC}">
      <dgm:prSet/>
      <dgm:spPr/>
      <dgm:t>
        <a:bodyPr/>
        <a:lstStyle/>
        <a:p>
          <a:pPr latinLnBrk="1"/>
          <a:endParaRPr lang="ko-KR" altLang="en-US" dirty="0"/>
        </a:p>
      </dgm:t>
    </dgm:pt>
    <dgm:pt modelId="{73B6F3CA-3C1E-4186-AB5A-2BD997BA05FA}">
      <dgm:prSet phldrT="[텍스트]"/>
      <dgm:spPr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dirty="0" smtClean="0"/>
            <a:t>인력</a:t>
          </a:r>
          <a:endParaRPr lang="ko-KR" altLang="en-US" dirty="0"/>
        </a:p>
      </dgm:t>
    </dgm:pt>
    <dgm:pt modelId="{95743BF0-DCE2-41D8-8D48-312784150A44}" type="parTrans" cxnId="{80C2FBEA-5A6E-48BC-B6EB-7419B9D524D7}">
      <dgm:prSet/>
      <dgm:spPr/>
      <dgm:t>
        <a:bodyPr/>
        <a:lstStyle/>
        <a:p>
          <a:pPr latinLnBrk="1"/>
          <a:endParaRPr lang="ko-KR" altLang="en-US"/>
        </a:p>
      </dgm:t>
    </dgm:pt>
    <dgm:pt modelId="{B64537C5-1A84-44F7-B74F-D65C52EC2C42}" type="sibTrans" cxnId="{80C2FBEA-5A6E-48BC-B6EB-7419B9D524D7}">
      <dgm:prSet/>
      <dgm:spPr/>
      <dgm:t>
        <a:bodyPr/>
        <a:lstStyle/>
        <a:p>
          <a:pPr latinLnBrk="1"/>
          <a:endParaRPr lang="ko-KR" altLang="en-US" dirty="0"/>
        </a:p>
      </dgm:t>
    </dgm:pt>
    <dgm:pt modelId="{48A4AD8D-D708-419B-80A2-BCF23D13E9DC}">
      <dgm:prSet phldrT="[텍스트]"/>
      <dgm:spPr>
        <a:scene3d>
          <a:camera prst="orthographicFront"/>
          <a:lightRig rig="threePt" dir="t"/>
        </a:scene3d>
        <a:sp3d>
          <a:bevelT w="152400" h="50800" prst="softRound"/>
          <a:bevelB prst="convex"/>
        </a:sp3d>
      </dgm:spPr>
      <dgm:t>
        <a:bodyPr/>
        <a:lstStyle/>
        <a:p>
          <a:pPr latinLnBrk="1"/>
          <a:r>
            <a:rPr lang="ko-KR" altLang="en-US" dirty="0" smtClean="0"/>
            <a:t>정보시스템 </a:t>
          </a:r>
          <a:endParaRPr lang="ko-KR" altLang="en-US" dirty="0"/>
        </a:p>
      </dgm:t>
    </dgm:pt>
    <dgm:pt modelId="{7172E68F-A7B9-4E6D-8D0A-CC6EBF25B77F}" type="parTrans" cxnId="{91C7C9D5-7B65-48C8-8509-4246466B11C4}">
      <dgm:prSet/>
      <dgm:spPr/>
      <dgm:t>
        <a:bodyPr/>
        <a:lstStyle/>
        <a:p>
          <a:pPr latinLnBrk="1"/>
          <a:endParaRPr lang="ko-KR" altLang="en-US"/>
        </a:p>
      </dgm:t>
    </dgm:pt>
    <dgm:pt modelId="{329D666B-D486-4AB9-824B-2507CEB24A43}" type="sibTrans" cxnId="{91C7C9D5-7B65-48C8-8509-4246466B11C4}">
      <dgm:prSet/>
      <dgm:spPr/>
      <dgm:t>
        <a:bodyPr/>
        <a:lstStyle/>
        <a:p>
          <a:pPr latinLnBrk="1"/>
          <a:endParaRPr lang="ko-KR" altLang="en-US"/>
        </a:p>
      </dgm:t>
    </dgm:pt>
    <dgm:pt modelId="{D4C7FAE7-E700-482C-9F4F-32FB6FA9058B}" type="pres">
      <dgm:prSet presAssocID="{E4C91EA3-CAD3-4C36-AF91-DD963036EAE2}" presName="Name0" presStyleCnt="0">
        <dgm:presLayoutVars>
          <dgm:dir/>
          <dgm:resizeHandles val="exact"/>
        </dgm:presLayoutVars>
      </dgm:prSet>
      <dgm:spPr/>
    </dgm:pt>
    <dgm:pt modelId="{FCA031B3-A4B2-4364-B9C4-EE1E81B69B22}" type="pres">
      <dgm:prSet presAssocID="{E4C91EA3-CAD3-4C36-AF91-DD963036EAE2}" presName="vNodes" presStyleCnt="0"/>
      <dgm:spPr/>
    </dgm:pt>
    <dgm:pt modelId="{8F6B1095-B056-4432-8EAB-DB47E42E336F}" type="pres">
      <dgm:prSet presAssocID="{84DC9D66-DC7B-4832-B4A0-9D57F3DBC58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19524C5-9330-4DBA-9BF6-6F1F1972B104}" type="pres">
      <dgm:prSet presAssocID="{935FABCD-78B4-4C3A-8A63-5AEEE47DFCE8}" presName="spacerT" presStyleCnt="0"/>
      <dgm:spPr/>
    </dgm:pt>
    <dgm:pt modelId="{E5682121-EFDA-42B4-87F5-907E72C04EEB}" type="pres">
      <dgm:prSet presAssocID="{935FABCD-78B4-4C3A-8A63-5AEEE47DFCE8}" presName="sibTrans" presStyleLbl="sibTrans2D1" presStyleIdx="0" presStyleCnt="2"/>
      <dgm:spPr/>
      <dgm:t>
        <a:bodyPr/>
        <a:lstStyle/>
        <a:p>
          <a:pPr latinLnBrk="1"/>
          <a:endParaRPr lang="ko-KR" altLang="en-US"/>
        </a:p>
      </dgm:t>
    </dgm:pt>
    <dgm:pt modelId="{7D8482E5-4F4E-41A9-BAAB-9020D93ABB5A}" type="pres">
      <dgm:prSet presAssocID="{935FABCD-78B4-4C3A-8A63-5AEEE47DFCE8}" presName="spacerB" presStyleCnt="0"/>
      <dgm:spPr/>
    </dgm:pt>
    <dgm:pt modelId="{01F2B80F-74FD-41C2-92F6-B093F9A54E1B}" type="pres">
      <dgm:prSet presAssocID="{73B6F3CA-3C1E-4186-AB5A-2BD997BA05FA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043E777-87E1-48CD-9F42-A78E51F329DC}" type="pres">
      <dgm:prSet presAssocID="{E4C91EA3-CAD3-4C36-AF91-DD963036EAE2}" presName="sibTransLas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F1F334BA-C2B9-45CB-AEC1-341A6CA0849C}" type="pres">
      <dgm:prSet presAssocID="{E4C91EA3-CAD3-4C36-AF91-DD963036EAE2}" presName="connectorText" presStyleLbl="sibTrans2D1" presStyleIdx="1" presStyleCnt="2"/>
      <dgm:spPr/>
      <dgm:t>
        <a:bodyPr/>
        <a:lstStyle/>
        <a:p>
          <a:pPr latinLnBrk="1"/>
          <a:endParaRPr lang="ko-KR" altLang="en-US"/>
        </a:p>
      </dgm:t>
    </dgm:pt>
    <dgm:pt modelId="{EA1E22B4-58C8-48C7-A90C-40A134CEBEE0}" type="pres">
      <dgm:prSet presAssocID="{E4C91EA3-CAD3-4C36-AF91-DD963036EAE2}" presName="las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E4EBD7C-BDA0-4813-AB56-8DD4C829865F}" type="presOf" srcId="{935FABCD-78B4-4C3A-8A63-5AEEE47DFCE8}" destId="{E5682121-EFDA-42B4-87F5-907E72C04EEB}" srcOrd="0" destOrd="0" presId="urn:microsoft.com/office/officeart/2005/8/layout/equation2"/>
    <dgm:cxn modelId="{3701DF5B-D89B-4546-B62A-7C64D9183A1A}" type="presOf" srcId="{B64537C5-1A84-44F7-B74F-D65C52EC2C42}" destId="{F1F334BA-C2B9-45CB-AEC1-341A6CA0849C}" srcOrd="1" destOrd="0" presId="urn:microsoft.com/office/officeart/2005/8/layout/equation2"/>
    <dgm:cxn modelId="{8B3CCBCE-0343-42D1-B90D-06004F493AEC}" srcId="{E4C91EA3-CAD3-4C36-AF91-DD963036EAE2}" destId="{84DC9D66-DC7B-4832-B4A0-9D57F3DBC583}" srcOrd="0" destOrd="0" parTransId="{058E8B7B-75C9-4474-9785-2F3C2890CE02}" sibTransId="{935FABCD-78B4-4C3A-8A63-5AEEE47DFCE8}"/>
    <dgm:cxn modelId="{80C2FBEA-5A6E-48BC-B6EB-7419B9D524D7}" srcId="{E4C91EA3-CAD3-4C36-AF91-DD963036EAE2}" destId="{73B6F3CA-3C1E-4186-AB5A-2BD997BA05FA}" srcOrd="1" destOrd="0" parTransId="{95743BF0-DCE2-41D8-8D48-312784150A44}" sibTransId="{B64537C5-1A84-44F7-B74F-D65C52EC2C42}"/>
    <dgm:cxn modelId="{D1D5793D-A128-4DCE-A7F6-126412FA117A}" type="presOf" srcId="{B64537C5-1A84-44F7-B74F-D65C52EC2C42}" destId="{1043E777-87E1-48CD-9F42-A78E51F329DC}" srcOrd="0" destOrd="0" presId="urn:microsoft.com/office/officeart/2005/8/layout/equation2"/>
    <dgm:cxn modelId="{FFA76A6A-19C4-4E7D-8593-99B4D026D519}" type="presOf" srcId="{84DC9D66-DC7B-4832-B4A0-9D57F3DBC583}" destId="{8F6B1095-B056-4432-8EAB-DB47E42E336F}" srcOrd="0" destOrd="0" presId="urn:microsoft.com/office/officeart/2005/8/layout/equation2"/>
    <dgm:cxn modelId="{AD19F4DC-CF93-4F30-9637-93B5DA6DC6E6}" type="presOf" srcId="{73B6F3CA-3C1E-4186-AB5A-2BD997BA05FA}" destId="{01F2B80F-74FD-41C2-92F6-B093F9A54E1B}" srcOrd="0" destOrd="0" presId="urn:microsoft.com/office/officeart/2005/8/layout/equation2"/>
    <dgm:cxn modelId="{791ADDAA-B164-4E26-8DA6-40CA9AE4A35C}" type="presOf" srcId="{48A4AD8D-D708-419B-80A2-BCF23D13E9DC}" destId="{EA1E22B4-58C8-48C7-A90C-40A134CEBEE0}" srcOrd="0" destOrd="0" presId="urn:microsoft.com/office/officeart/2005/8/layout/equation2"/>
    <dgm:cxn modelId="{C5ABE61E-B8BE-460D-A56C-AD79C3699746}" type="presOf" srcId="{E4C91EA3-CAD3-4C36-AF91-DD963036EAE2}" destId="{D4C7FAE7-E700-482C-9F4F-32FB6FA9058B}" srcOrd="0" destOrd="0" presId="urn:microsoft.com/office/officeart/2005/8/layout/equation2"/>
    <dgm:cxn modelId="{91C7C9D5-7B65-48C8-8509-4246466B11C4}" srcId="{E4C91EA3-CAD3-4C36-AF91-DD963036EAE2}" destId="{48A4AD8D-D708-419B-80A2-BCF23D13E9DC}" srcOrd="2" destOrd="0" parTransId="{7172E68F-A7B9-4E6D-8D0A-CC6EBF25B77F}" sibTransId="{329D666B-D486-4AB9-824B-2507CEB24A43}"/>
    <dgm:cxn modelId="{CDECD915-F232-46E1-89FD-34300725D709}" type="presParOf" srcId="{D4C7FAE7-E700-482C-9F4F-32FB6FA9058B}" destId="{FCA031B3-A4B2-4364-B9C4-EE1E81B69B22}" srcOrd="0" destOrd="0" presId="urn:microsoft.com/office/officeart/2005/8/layout/equation2"/>
    <dgm:cxn modelId="{9C30DCBD-95FD-4CAB-951F-86A33E5DA1A9}" type="presParOf" srcId="{FCA031B3-A4B2-4364-B9C4-EE1E81B69B22}" destId="{8F6B1095-B056-4432-8EAB-DB47E42E336F}" srcOrd="0" destOrd="0" presId="urn:microsoft.com/office/officeart/2005/8/layout/equation2"/>
    <dgm:cxn modelId="{DFFA9B08-1DCC-4F13-96F2-CB150E189D88}" type="presParOf" srcId="{FCA031B3-A4B2-4364-B9C4-EE1E81B69B22}" destId="{A19524C5-9330-4DBA-9BF6-6F1F1972B104}" srcOrd="1" destOrd="0" presId="urn:microsoft.com/office/officeart/2005/8/layout/equation2"/>
    <dgm:cxn modelId="{BA4A5A18-F5A5-4ADA-829A-813318C4D09B}" type="presParOf" srcId="{FCA031B3-A4B2-4364-B9C4-EE1E81B69B22}" destId="{E5682121-EFDA-42B4-87F5-907E72C04EEB}" srcOrd="2" destOrd="0" presId="urn:microsoft.com/office/officeart/2005/8/layout/equation2"/>
    <dgm:cxn modelId="{68B0AC9A-2681-4727-A156-D1A7A3DFD96F}" type="presParOf" srcId="{FCA031B3-A4B2-4364-B9C4-EE1E81B69B22}" destId="{7D8482E5-4F4E-41A9-BAAB-9020D93ABB5A}" srcOrd="3" destOrd="0" presId="urn:microsoft.com/office/officeart/2005/8/layout/equation2"/>
    <dgm:cxn modelId="{3C277650-615D-409C-9B81-98EA0279E7D2}" type="presParOf" srcId="{FCA031B3-A4B2-4364-B9C4-EE1E81B69B22}" destId="{01F2B80F-74FD-41C2-92F6-B093F9A54E1B}" srcOrd="4" destOrd="0" presId="urn:microsoft.com/office/officeart/2005/8/layout/equation2"/>
    <dgm:cxn modelId="{1A72570B-F630-4FD1-9E93-7EDFCA2F1E60}" type="presParOf" srcId="{D4C7FAE7-E700-482C-9F4F-32FB6FA9058B}" destId="{1043E777-87E1-48CD-9F42-A78E51F329DC}" srcOrd="1" destOrd="0" presId="urn:microsoft.com/office/officeart/2005/8/layout/equation2"/>
    <dgm:cxn modelId="{7D295F12-2BC3-4ED4-8204-788B697C45F9}" type="presParOf" srcId="{1043E777-87E1-48CD-9F42-A78E51F329DC}" destId="{F1F334BA-C2B9-45CB-AEC1-341A6CA0849C}" srcOrd="0" destOrd="0" presId="urn:microsoft.com/office/officeart/2005/8/layout/equation2"/>
    <dgm:cxn modelId="{E3525929-E5CB-4611-83C8-76BF2753CF9F}" type="presParOf" srcId="{D4C7FAE7-E700-482C-9F4F-32FB6FA9058B}" destId="{EA1E22B4-58C8-48C7-A90C-40A134CEBEE0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E7AA97-5F83-4F23-8BB8-49E93A6368A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7FA6B52-3617-4F04-B808-43A03CDF2182}">
      <dgm:prSet phldrT="[텍스트]"/>
      <dgm:spPr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pPr latinLnBrk="1"/>
          <a:r>
            <a:rPr lang="en-US" altLang="ko-KR" dirty="0" smtClean="0"/>
            <a:t>H/W</a:t>
          </a:r>
        </a:p>
        <a:p>
          <a:pPr latinLnBrk="1"/>
          <a:r>
            <a:rPr lang="en-US" altLang="ko-KR" dirty="0" smtClean="0"/>
            <a:t>S/W </a:t>
          </a:r>
          <a:r>
            <a:rPr lang="ko-KR" altLang="en-US" dirty="0" smtClean="0"/>
            <a:t>공급</a:t>
          </a:r>
          <a:endParaRPr lang="ko-KR" altLang="en-US" dirty="0"/>
        </a:p>
      </dgm:t>
    </dgm:pt>
    <dgm:pt modelId="{BA46BC7E-D19C-40D0-BC1A-540BD0EEC33D}" type="parTrans" cxnId="{393CE11F-7CD1-4A06-AAA7-C051946D4949}">
      <dgm:prSet/>
      <dgm:spPr/>
      <dgm:t>
        <a:bodyPr/>
        <a:lstStyle/>
        <a:p>
          <a:pPr latinLnBrk="1"/>
          <a:endParaRPr lang="ko-KR" altLang="en-US"/>
        </a:p>
      </dgm:t>
    </dgm:pt>
    <dgm:pt modelId="{9F6E192C-35BB-4DC4-9AC1-A3AB40DC65E8}" type="sibTrans" cxnId="{393CE11F-7CD1-4A06-AAA7-C051946D4949}">
      <dgm:prSet/>
      <dgm:spPr/>
      <dgm:t>
        <a:bodyPr/>
        <a:lstStyle/>
        <a:p>
          <a:pPr latinLnBrk="1"/>
          <a:endParaRPr lang="ko-KR" altLang="en-US"/>
        </a:p>
      </dgm:t>
    </dgm:pt>
    <dgm:pt modelId="{AD6A100E-BB53-4712-8598-ADBE5950493F}">
      <dgm:prSet phldrT="[텍스트]"/>
      <dgm:spPr/>
      <dgm:t>
        <a:bodyPr/>
        <a:lstStyle/>
        <a:p>
          <a:pPr latinLnBrk="1"/>
          <a:r>
            <a:rPr lang="en-US" altLang="ko-KR" sz="1800" dirty="0" smtClean="0"/>
            <a:t> H/W, S/W </a:t>
          </a:r>
          <a:r>
            <a:rPr lang="ko-KR" altLang="en-US" sz="1800" dirty="0" smtClean="0"/>
            <a:t>공급</a:t>
          </a:r>
          <a:endParaRPr lang="ko-KR" altLang="en-US" sz="1800" dirty="0"/>
        </a:p>
      </dgm:t>
    </dgm:pt>
    <dgm:pt modelId="{D69CF179-76F6-43BA-948B-4E699F06CD75}" type="parTrans" cxnId="{DAF232D8-BABF-4420-ADEB-BED1A58A394F}">
      <dgm:prSet/>
      <dgm:spPr/>
      <dgm:t>
        <a:bodyPr/>
        <a:lstStyle/>
        <a:p>
          <a:pPr latinLnBrk="1"/>
          <a:endParaRPr lang="ko-KR" altLang="en-US"/>
        </a:p>
      </dgm:t>
    </dgm:pt>
    <dgm:pt modelId="{748EFBE7-1AE3-4DAD-A0F6-3D3CA6033CE7}" type="sibTrans" cxnId="{DAF232D8-BABF-4420-ADEB-BED1A58A394F}">
      <dgm:prSet/>
      <dgm:spPr/>
      <dgm:t>
        <a:bodyPr/>
        <a:lstStyle/>
        <a:p>
          <a:pPr latinLnBrk="1"/>
          <a:endParaRPr lang="ko-KR" altLang="en-US"/>
        </a:p>
      </dgm:t>
    </dgm:pt>
    <dgm:pt modelId="{84FB781F-B2EC-499D-BA50-D40300BBB4EF}">
      <dgm:prSet phldrT="[텍스트]" custT="1"/>
      <dgm:spPr/>
      <dgm:t>
        <a:bodyPr/>
        <a:lstStyle/>
        <a:p>
          <a:pPr latinLnBrk="1"/>
          <a:r>
            <a:rPr lang="en-US" altLang="ko-KR" sz="1600" dirty="0" smtClean="0"/>
            <a:t> </a:t>
          </a:r>
          <a:r>
            <a:rPr lang="ko-KR" altLang="en-US" sz="1600" dirty="0" smtClean="0"/>
            <a:t>기술지원 및 유지보수</a:t>
          </a:r>
          <a:endParaRPr lang="ko-KR" altLang="en-US" sz="1600" dirty="0"/>
        </a:p>
      </dgm:t>
    </dgm:pt>
    <dgm:pt modelId="{68A7E1D5-E5F6-47B8-B95F-6EB9E705C3DA}" type="parTrans" cxnId="{19ACC557-1245-4C23-BA40-5463279821AD}">
      <dgm:prSet/>
      <dgm:spPr/>
      <dgm:t>
        <a:bodyPr/>
        <a:lstStyle/>
        <a:p>
          <a:pPr latinLnBrk="1"/>
          <a:endParaRPr lang="ko-KR" altLang="en-US"/>
        </a:p>
      </dgm:t>
    </dgm:pt>
    <dgm:pt modelId="{93B26C13-E5CC-4788-AEAF-4952D9731432}" type="sibTrans" cxnId="{19ACC557-1245-4C23-BA40-5463279821AD}">
      <dgm:prSet/>
      <dgm:spPr/>
      <dgm:t>
        <a:bodyPr/>
        <a:lstStyle/>
        <a:p>
          <a:pPr latinLnBrk="1"/>
          <a:endParaRPr lang="ko-KR" altLang="en-US"/>
        </a:p>
      </dgm:t>
    </dgm:pt>
    <dgm:pt modelId="{0A64AD62-DEB3-476B-9668-43EE4A02F85B}">
      <dgm:prSet phldrT="[텍스트]"/>
      <dgm:spPr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pPr latinLnBrk="1"/>
          <a:r>
            <a:rPr lang="ko-KR" altLang="en-US" dirty="0" smtClean="0"/>
            <a:t>인력공급</a:t>
          </a:r>
          <a:endParaRPr lang="ko-KR" altLang="en-US" dirty="0"/>
        </a:p>
      </dgm:t>
    </dgm:pt>
    <dgm:pt modelId="{33E9CAAE-1605-46AB-950A-63B886D08320}" type="parTrans" cxnId="{97AA362E-4258-4406-AD9A-5F21EF78CEB4}">
      <dgm:prSet/>
      <dgm:spPr/>
      <dgm:t>
        <a:bodyPr/>
        <a:lstStyle/>
        <a:p>
          <a:pPr latinLnBrk="1"/>
          <a:endParaRPr lang="ko-KR" altLang="en-US"/>
        </a:p>
      </dgm:t>
    </dgm:pt>
    <dgm:pt modelId="{4D325D7F-5987-407E-A6A1-4C8B0D748092}" type="sibTrans" cxnId="{97AA362E-4258-4406-AD9A-5F21EF78CEB4}">
      <dgm:prSet/>
      <dgm:spPr/>
      <dgm:t>
        <a:bodyPr/>
        <a:lstStyle/>
        <a:p>
          <a:pPr latinLnBrk="1"/>
          <a:endParaRPr lang="ko-KR" altLang="en-US"/>
        </a:p>
      </dgm:t>
    </dgm:pt>
    <dgm:pt modelId="{60C90D87-B0CD-4184-8D68-44DDF9C40064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개발인력 지원</a:t>
          </a:r>
          <a:endParaRPr lang="ko-KR" altLang="en-US" dirty="0"/>
        </a:p>
      </dgm:t>
    </dgm:pt>
    <dgm:pt modelId="{30CF0DAB-AB5E-486F-B568-0093F955FD18}" type="parTrans" cxnId="{2E07FB1C-CF3A-4F2D-961E-3549DA9CF881}">
      <dgm:prSet/>
      <dgm:spPr/>
      <dgm:t>
        <a:bodyPr/>
        <a:lstStyle/>
        <a:p>
          <a:pPr latinLnBrk="1"/>
          <a:endParaRPr lang="ko-KR" altLang="en-US"/>
        </a:p>
      </dgm:t>
    </dgm:pt>
    <dgm:pt modelId="{320CEE82-B6AF-486D-A06E-8FA59FCED0CB}" type="sibTrans" cxnId="{2E07FB1C-CF3A-4F2D-961E-3549DA9CF881}">
      <dgm:prSet/>
      <dgm:spPr/>
      <dgm:t>
        <a:bodyPr/>
        <a:lstStyle/>
        <a:p>
          <a:pPr latinLnBrk="1"/>
          <a:endParaRPr lang="ko-KR" altLang="en-US"/>
        </a:p>
      </dgm:t>
    </dgm:pt>
    <dgm:pt modelId="{596A7CC6-4704-4B04-A53A-AE782AE915E5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운영인력 지원</a:t>
          </a:r>
          <a:endParaRPr lang="ko-KR" altLang="en-US" dirty="0"/>
        </a:p>
      </dgm:t>
    </dgm:pt>
    <dgm:pt modelId="{18D6E5E3-B4C3-4BE0-A3CF-288FB0BADB0A}" type="parTrans" cxnId="{81463A9A-8E8F-4F7E-B9AA-DF607EA240C0}">
      <dgm:prSet/>
      <dgm:spPr/>
      <dgm:t>
        <a:bodyPr/>
        <a:lstStyle/>
        <a:p>
          <a:pPr latinLnBrk="1"/>
          <a:endParaRPr lang="ko-KR" altLang="en-US"/>
        </a:p>
      </dgm:t>
    </dgm:pt>
    <dgm:pt modelId="{9ED3FF3D-EE27-4FB8-B507-54E792D1BDCA}" type="sibTrans" cxnId="{81463A9A-8E8F-4F7E-B9AA-DF607EA240C0}">
      <dgm:prSet/>
      <dgm:spPr/>
      <dgm:t>
        <a:bodyPr/>
        <a:lstStyle/>
        <a:p>
          <a:pPr latinLnBrk="1"/>
          <a:endParaRPr lang="ko-KR" altLang="en-US"/>
        </a:p>
      </dgm:t>
    </dgm:pt>
    <dgm:pt modelId="{9552559A-6602-4A77-BF0F-7873432EB99A}">
      <dgm:prSet phldrT="[텍스트]"/>
      <dgm:spPr>
        <a:scene3d>
          <a:camera prst="orthographicFront"/>
          <a:lightRig rig="threePt" dir="t"/>
        </a:scene3d>
        <a:sp3d>
          <a:bevelT w="139700" h="139700" prst="divot"/>
        </a:sp3d>
      </dgm:spPr>
      <dgm:t>
        <a:bodyPr/>
        <a:lstStyle/>
        <a:p>
          <a:pPr latinLnBrk="1"/>
          <a:r>
            <a:rPr lang="ko-KR" altLang="en-US" dirty="0" smtClean="0"/>
            <a:t>전산실 운영</a:t>
          </a:r>
          <a:endParaRPr lang="ko-KR" altLang="en-US" dirty="0"/>
        </a:p>
      </dgm:t>
    </dgm:pt>
    <dgm:pt modelId="{1E376365-808E-40C0-9048-7FCDC57F2620}" type="parTrans" cxnId="{160989E0-03EB-4A8C-B92E-74FBAD707F44}">
      <dgm:prSet/>
      <dgm:spPr/>
      <dgm:t>
        <a:bodyPr/>
        <a:lstStyle/>
        <a:p>
          <a:pPr latinLnBrk="1"/>
          <a:endParaRPr lang="ko-KR" altLang="en-US"/>
        </a:p>
      </dgm:t>
    </dgm:pt>
    <dgm:pt modelId="{FAC1C7E7-8F40-4BB0-BFB2-FCF53D0E5706}" type="sibTrans" cxnId="{160989E0-03EB-4A8C-B92E-74FBAD707F44}">
      <dgm:prSet/>
      <dgm:spPr/>
      <dgm:t>
        <a:bodyPr/>
        <a:lstStyle/>
        <a:p>
          <a:pPr latinLnBrk="1"/>
          <a:endParaRPr lang="ko-KR" altLang="en-US"/>
        </a:p>
      </dgm:t>
    </dgm:pt>
    <dgm:pt modelId="{F84C655B-960E-4292-B898-00F5ED61DE3A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전산실 아웃소싱</a:t>
          </a:r>
          <a:endParaRPr lang="ko-KR" altLang="en-US" dirty="0"/>
        </a:p>
      </dgm:t>
    </dgm:pt>
    <dgm:pt modelId="{657E45D6-C95A-4916-8E04-9C3322F2C1D4}" type="parTrans" cxnId="{7872FDA6-6B90-4C7C-AEFD-40FF6DE6E036}">
      <dgm:prSet/>
      <dgm:spPr/>
      <dgm:t>
        <a:bodyPr/>
        <a:lstStyle/>
        <a:p>
          <a:pPr latinLnBrk="1"/>
          <a:endParaRPr lang="ko-KR" altLang="en-US"/>
        </a:p>
      </dgm:t>
    </dgm:pt>
    <dgm:pt modelId="{761099B2-9384-4654-9B42-7130B97507C6}" type="sibTrans" cxnId="{7872FDA6-6B90-4C7C-AEFD-40FF6DE6E036}">
      <dgm:prSet/>
      <dgm:spPr/>
      <dgm:t>
        <a:bodyPr/>
        <a:lstStyle/>
        <a:p>
          <a:pPr latinLnBrk="1"/>
          <a:endParaRPr lang="ko-KR" altLang="en-US"/>
        </a:p>
      </dgm:t>
    </dgm:pt>
    <dgm:pt modelId="{0F580462-A028-481E-8FAD-3AAA0F6AA43B}">
      <dgm:prSet phldrT="[텍스트]"/>
      <dgm:spPr/>
      <dgm:t>
        <a:bodyPr/>
        <a:lstStyle/>
        <a:p>
          <a:pPr latinLnBrk="1"/>
          <a:r>
            <a:rPr lang="en-US" altLang="ko-KR" dirty="0" smtClean="0"/>
            <a:t> </a:t>
          </a:r>
          <a:r>
            <a:rPr lang="ko-KR" altLang="en-US" dirty="0" smtClean="0"/>
            <a:t>정보시스템 개발 및 운영</a:t>
          </a:r>
          <a:endParaRPr lang="ko-KR" altLang="en-US" dirty="0"/>
        </a:p>
      </dgm:t>
    </dgm:pt>
    <dgm:pt modelId="{129D233D-C60E-486C-B3C3-BA3EF8EA4F97}" type="parTrans" cxnId="{26E77901-A5FF-47B4-ACDA-22AFBC9C37A4}">
      <dgm:prSet/>
      <dgm:spPr/>
      <dgm:t>
        <a:bodyPr/>
        <a:lstStyle/>
        <a:p>
          <a:pPr latinLnBrk="1"/>
          <a:endParaRPr lang="ko-KR" altLang="en-US"/>
        </a:p>
      </dgm:t>
    </dgm:pt>
    <dgm:pt modelId="{CDB1355C-D3F7-4A19-B615-9BB1152116EB}" type="sibTrans" cxnId="{26E77901-A5FF-47B4-ACDA-22AFBC9C37A4}">
      <dgm:prSet/>
      <dgm:spPr/>
      <dgm:t>
        <a:bodyPr/>
        <a:lstStyle/>
        <a:p>
          <a:pPr latinLnBrk="1"/>
          <a:endParaRPr lang="ko-KR" altLang="en-US"/>
        </a:p>
      </dgm:t>
    </dgm:pt>
    <dgm:pt modelId="{BC308D21-711B-47C5-94CB-76E20B6DBEBF}" type="pres">
      <dgm:prSet presAssocID="{0EE7AA97-5F83-4F23-8BB8-49E93A6368A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8AC5857-E24E-4FDB-9404-61A9786F04D3}" type="pres">
      <dgm:prSet presAssocID="{87FA6B52-3617-4F04-B808-43A03CDF2182}" presName="composite" presStyleCnt="0"/>
      <dgm:spPr/>
    </dgm:pt>
    <dgm:pt modelId="{B897233E-AFE7-4862-835D-A52AE3FD8350}" type="pres">
      <dgm:prSet presAssocID="{87FA6B52-3617-4F04-B808-43A03CDF2182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3934AF0-FBCE-453F-B48C-59B49CE3CD32}" type="pres">
      <dgm:prSet presAssocID="{87FA6B52-3617-4F04-B808-43A03CDF2182}" presName="descendantText" presStyleLbl="alignAcc1" presStyleIdx="0" presStyleCnt="3" custScaleX="89271" custLinFactNeighborX="-1139" custLinFactNeighborY="-122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88B4965-0F46-49CE-9777-9AF0E74DC1C4}" type="pres">
      <dgm:prSet presAssocID="{9F6E192C-35BB-4DC4-9AC1-A3AB40DC65E8}" presName="sp" presStyleCnt="0"/>
      <dgm:spPr/>
    </dgm:pt>
    <dgm:pt modelId="{5250AABB-4B39-4B32-824B-F08BDAE116D2}" type="pres">
      <dgm:prSet presAssocID="{0A64AD62-DEB3-476B-9668-43EE4A02F85B}" presName="composite" presStyleCnt="0"/>
      <dgm:spPr/>
    </dgm:pt>
    <dgm:pt modelId="{49BD5F0B-73B7-4842-8482-79B20BEAD313}" type="pres">
      <dgm:prSet presAssocID="{0A64AD62-DEB3-476B-9668-43EE4A02F85B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D5C745-418F-4277-8C48-BBBF28305BDF}" type="pres">
      <dgm:prSet presAssocID="{0A64AD62-DEB3-476B-9668-43EE4A02F85B}" presName="descendantText" presStyleLbl="alignAcc1" presStyleIdx="1" presStyleCnt="3" custScaleX="9196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B07CE4E-7675-4B50-B223-90E993E672C5}" type="pres">
      <dgm:prSet presAssocID="{4D325D7F-5987-407E-A6A1-4C8B0D748092}" presName="sp" presStyleCnt="0"/>
      <dgm:spPr/>
    </dgm:pt>
    <dgm:pt modelId="{4EBCB419-DCCF-42BF-B5CC-AA1107B71992}" type="pres">
      <dgm:prSet presAssocID="{9552559A-6602-4A77-BF0F-7873432EB99A}" presName="composite" presStyleCnt="0"/>
      <dgm:spPr/>
    </dgm:pt>
    <dgm:pt modelId="{AE084AFF-5AC7-49DD-A42A-0156FDE249FE}" type="pres">
      <dgm:prSet presAssocID="{9552559A-6602-4A77-BF0F-7873432EB99A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5D495C-7036-404F-931F-554B9015B0AD}" type="pres">
      <dgm:prSet presAssocID="{9552559A-6602-4A77-BF0F-7873432EB99A}" presName="descendantText" presStyleLbl="alignAcc1" presStyleIdx="2" presStyleCnt="3" custScaleX="91961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6890E8ED-E9F1-4EDD-B15C-30145B08A16E}" type="presOf" srcId="{0A64AD62-DEB3-476B-9668-43EE4A02F85B}" destId="{49BD5F0B-73B7-4842-8482-79B20BEAD313}" srcOrd="0" destOrd="0" presId="urn:microsoft.com/office/officeart/2005/8/layout/chevron2"/>
    <dgm:cxn modelId="{51AABAE5-C073-4D22-935F-8E4D0626EE56}" type="presOf" srcId="{596A7CC6-4704-4B04-A53A-AE782AE915E5}" destId="{6ED5C745-418F-4277-8C48-BBBF28305BDF}" srcOrd="0" destOrd="1" presId="urn:microsoft.com/office/officeart/2005/8/layout/chevron2"/>
    <dgm:cxn modelId="{393CE11F-7CD1-4A06-AAA7-C051946D4949}" srcId="{0EE7AA97-5F83-4F23-8BB8-49E93A6368AF}" destId="{87FA6B52-3617-4F04-B808-43A03CDF2182}" srcOrd="0" destOrd="0" parTransId="{BA46BC7E-D19C-40D0-BC1A-540BD0EEC33D}" sibTransId="{9F6E192C-35BB-4DC4-9AC1-A3AB40DC65E8}"/>
    <dgm:cxn modelId="{EA87E30C-458F-4B4D-80FA-45FB02CDF730}" type="presOf" srcId="{9552559A-6602-4A77-BF0F-7873432EB99A}" destId="{AE084AFF-5AC7-49DD-A42A-0156FDE249FE}" srcOrd="0" destOrd="0" presId="urn:microsoft.com/office/officeart/2005/8/layout/chevron2"/>
    <dgm:cxn modelId="{41CC9ACA-5D88-4EC1-A0D4-479B819858BB}" type="presOf" srcId="{87FA6B52-3617-4F04-B808-43A03CDF2182}" destId="{B897233E-AFE7-4862-835D-A52AE3FD8350}" srcOrd="0" destOrd="0" presId="urn:microsoft.com/office/officeart/2005/8/layout/chevron2"/>
    <dgm:cxn modelId="{160989E0-03EB-4A8C-B92E-74FBAD707F44}" srcId="{0EE7AA97-5F83-4F23-8BB8-49E93A6368AF}" destId="{9552559A-6602-4A77-BF0F-7873432EB99A}" srcOrd="2" destOrd="0" parTransId="{1E376365-808E-40C0-9048-7FCDC57F2620}" sibTransId="{FAC1C7E7-8F40-4BB0-BFB2-FCF53D0E5706}"/>
    <dgm:cxn modelId="{9085B263-9A40-4276-A011-1DC65909B868}" type="presOf" srcId="{60C90D87-B0CD-4184-8D68-44DDF9C40064}" destId="{6ED5C745-418F-4277-8C48-BBBF28305BDF}" srcOrd="0" destOrd="0" presId="urn:microsoft.com/office/officeart/2005/8/layout/chevron2"/>
    <dgm:cxn modelId="{19ACC557-1245-4C23-BA40-5463279821AD}" srcId="{87FA6B52-3617-4F04-B808-43A03CDF2182}" destId="{84FB781F-B2EC-499D-BA50-D40300BBB4EF}" srcOrd="1" destOrd="0" parTransId="{68A7E1D5-E5F6-47B8-B95F-6EB9E705C3DA}" sibTransId="{93B26C13-E5CC-4788-AEAF-4952D9731432}"/>
    <dgm:cxn modelId="{7A3FC958-5041-44D5-8328-8C5A80AAAE4B}" type="presOf" srcId="{0EE7AA97-5F83-4F23-8BB8-49E93A6368AF}" destId="{BC308D21-711B-47C5-94CB-76E20B6DBEBF}" srcOrd="0" destOrd="0" presId="urn:microsoft.com/office/officeart/2005/8/layout/chevron2"/>
    <dgm:cxn modelId="{7872FDA6-6B90-4C7C-AEFD-40FF6DE6E036}" srcId="{9552559A-6602-4A77-BF0F-7873432EB99A}" destId="{F84C655B-960E-4292-B898-00F5ED61DE3A}" srcOrd="0" destOrd="0" parTransId="{657E45D6-C95A-4916-8E04-9C3322F2C1D4}" sibTransId="{761099B2-9384-4654-9B42-7130B97507C6}"/>
    <dgm:cxn modelId="{DAF232D8-BABF-4420-ADEB-BED1A58A394F}" srcId="{87FA6B52-3617-4F04-B808-43A03CDF2182}" destId="{AD6A100E-BB53-4712-8598-ADBE5950493F}" srcOrd="0" destOrd="0" parTransId="{D69CF179-76F6-43BA-948B-4E699F06CD75}" sibTransId="{748EFBE7-1AE3-4DAD-A0F6-3D3CA6033CE7}"/>
    <dgm:cxn modelId="{005E1324-523D-4377-AF16-BFD7F4377F22}" type="presOf" srcId="{0F580462-A028-481E-8FAD-3AAA0F6AA43B}" destId="{DA5D495C-7036-404F-931F-554B9015B0AD}" srcOrd="0" destOrd="1" presId="urn:microsoft.com/office/officeart/2005/8/layout/chevron2"/>
    <dgm:cxn modelId="{26E77901-A5FF-47B4-ACDA-22AFBC9C37A4}" srcId="{9552559A-6602-4A77-BF0F-7873432EB99A}" destId="{0F580462-A028-481E-8FAD-3AAA0F6AA43B}" srcOrd="1" destOrd="0" parTransId="{129D233D-C60E-486C-B3C3-BA3EF8EA4F97}" sibTransId="{CDB1355C-D3F7-4A19-B615-9BB1152116EB}"/>
    <dgm:cxn modelId="{727FE04F-28CF-4517-AC58-D572E3DE7D90}" type="presOf" srcId="{F84C655B-960E-4292-B898-00F5ED61DE3A}" destId="{DA5D495C-7036-404F-931F-554B9015B0AD}" srcOrd="0" destOrd="0" presId="urn:microsoft.com/office/officeart/2005/8/layout/chevron2"/>
    <dgm:cxn modelId="{0F30F5FB-7259-4219-8929-05D6D544EA5B}" type="presOf" srcId="{84FB781F-B2EC-499D-BA50-D40300BBB4EF}" destId="{A3934AF0-FBCE-453F-B48C-59B49CE3CD32}" srcOrd="0" destOrd="1" presId="urn:microsoft.com/office/officeart/2005/8/layout/chevron2"/>
    <dgm:cxn modelId="{97AA362E-4258-4406-AD9A-5F21EF78CEB4}" srcId="{0EE7AA97-5F83-4F23-8BB8-49E93A6368AF}" destId="{0A64AD62-DEB3-476B-9668-43EE4A02F85B}" srcOrd="1" destOrd="0" parTransId="{33E9CAAE-1605-46AB-950A-63B886D08320}" sibTransId="{4D325D7F-5987-407E-A6A1-4C8B0D748092}"/>
    <dgm:cxn modelId="{2E07FB1C-CF3A-4F2D-961E-3549DA9CF881}" srcId="{0A64AD62-DEB3-476B-9668-43EE4A02F85B}" destId="{60C90D87-B0CD-4184-8D68-44DDF9C40064}" srcOrd="0" destOrd="0" parTransId="{30CF0DAB-AB5E-486F-B568-0093F955FD18}" sibTransId="{320CEE82-B6AF-486D-A06E-8FA59FCED0CB}"/>
    <dgm:cxn modelId="{81463A9A-8E8F-4F7E-B9AA-DF607EA240C0}" srcId="{0A64AD62-DEB3-476B-9668-43EE4A02F85B}" destId="{596A7CC6-4704-4B04-A53A-AE782AE915E5}" srcOrd="1" destOrd="0" parTransId="{18D6E5E3-B4C3-4BE0-A3CF-288FB0BADB0A}" sibTransId="{9ED3FF3D-EE27-4FB8-B507-54E792D1BDCA}"/>
    <dgm:cxn modelId="{1206F7A7-9954-4320-A8C9-B84C0CAB19E5}" type="presOf" srcId="{AD6A100E-BB53-4712-8598-ADBE5950493F}" destId="{A3934AF0-FBCE-453F-B48C-59B49CE3CD32}" srcOrd="0" destOrd="0" presId="urn:microsoft.com/office/officeart/2005/8/layout/chevron2"/>
    <dgm:cxn modelId="{59746EF5-766E-4B2C-A22C-07398A4E868F}" type="presParOf" srcId="{BC308D21-711B-47C5-94CB-76E20B6DBEBF}" destId="{B8AC5857-E24E-4FDB-9404-61A9786F04D3}" srcOrd="0" destOrd="0" presId="urn:microsoft.com/office/officeart/2005/8/layout/chevron2"/>
    <dgm:cxn modelId="{91037EF7-9EEB-4ADE-A6CB-B54ECCF01F34}" type="presParOf" srcId="{B8AC5857-E24E-4FDB-9404-61A9786F04D3}" destId="{B897233E-AFE7-4862-835D-A52AE3FD8350}" srcOrd="0" destOrd="0" presId="urn:microsoft.com/office/officeart/2005/8/layout/chevron2"/>
    <dgm:cxn modelId="{06C155AA-E912-42B0-B395-378EB94D02DA}" type="presParOf" srcId="{B8AC5857-E24E-4FDB-9404-61A9786F04D3}" destId="{A3934AF0-FBCE-453F-B48C-59B49CE3CD32}" srcOrd="1" destOrd="0" presId="urn:microsoft.com/office/officeart/2005/8/layout/chevron2"/>
    <dgm:cxn modelId="{E013E924-10E4-4489-B1BF-8ED053725722}" type="presParOf" srcId="{BC308D21-711B-47C5-94CB-76E20B6DBEBF}" destId="{C88B4965-0F46-49CE-9777-9AF0E74DC1C4}" srcOrd="1" destOrd="0" presId="urn:microsoft.com/office/officeart/2005/8/layout/chevron2"/>
    <dgm:cxn modelId="{CD70A315-BEED-44E6-8AEF-30D1DCE6EDA3}" type="presParOf" srcId="{BC308D21-711B-47C5-94CB-76E20B6DBEBF}" destId="{5250AABB-4B39-4B32-824B-F08BDAE116D2}" srcOrd="2" destOrd="0" presId="urn:microsoft.com/office/officeart/2005/8/layout/chevron2"/>
    <dgm:cxn modelId="{12926ED0-208C-4C0B-BB49-F8AC5463E511}" type="presParOf" srcId="{5250AABB-4B39-4B32-824B-F08BDAE116D2}" destId="{49BD5F0B-73B7-4842-8482-79B20BEAD313}" srcOrd="0" destOrd="0" presId="urn:microsoft.com/office/officeart/2005/8/layout/chevron2"/>
    <dgm:cxn modelId="{E9FDC30D-F2BA-4EFD-BEAF-979019CBB64D}" type="presParOf" srcId="{5250AABB-4B39-4B32-824B-F08BDAE116D2}" destId="{6ED5C745-418F-4277-8C48-BBBF28305BDF}" srcOrd="1" destOrd="0" presId="urn:microsoft.com/office/officeart/2005/8/layout/chevron2"/>
    <dgm:cxn modelId="{396ACA9D-A4C3-4F07-A8CC-02971296EB2C}" type="presParOf" srcId="{BC308D21-711B-47C5-94CB-76E20B6DBEBF}" destId="{AB07CE4E-7675-4B50-B223-90E993E672C5}" srcOrd="3" destOrd="0" presId="urn:microsoft.com/office/officeart/2005/8/layout/chevron2"/>
    <dgm:cxn modelId="{468DCB94-A864-485A-8559-844A6CA94882}" type="presParOf" srcId="{BC308D21-711B-47C5-94CB-76E20B6DBEBF}" destId="{4EBCB419-DCCF-42BF-B5CC-AA1107B71992}" srcOrd="4" destOrd="0" presId="urn:microsoft.com/office/officeart/2005/8/layout/chevron2"/>
    <dgm:cxn modelId="{23EDDB4A-AAB3-437E-B646-19B69E2A4933}" type="presParOf" srcId="{4EBCB419-DCCF-42BF-B5CC-AA1107B71992}" destId="{AE084AFF-5AC7-49DD-A42A-0156FDE249FE}" srcOrd="0" destOrd="0" presId="urn:microsoft.com/office/officeart/2005/8/layout/chevron2"/>
    <dgm:cxn modelId="{FF0D69AB-27CE-4032-85E6-24649A9E9FA3}" type="presParOf" srcId="{4EBCB419-DCCF-42BF-B5CC-AA1107B71992}" destId="{DA5D495C-7036-404F-931F-554B9015B0A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28EC24-5B4B-4B7A-B21A-F31250B28C22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FF9172A-F59F-4172-8749-DB0E7706CC5C}">
      <dgm:prSet phldrT="[텍스트]"/>
      <dgm:spPr>
        <a:solidFill>
          <a:schemeClr val="accent6">
            <a:lumMod val="75000"/>
          </a:schemeClr>
        </a:solidFill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pPr latinLnBrk="1"/>
          <a:r>
            <a:rPr lang="ko-KR" altLang="en-US" b="1" dirty="0" smtClean="0"/>
            <a:t>전산실운영</a:t>
          </a:r>
          <a:endParaRPr lang="ko-KR" altLang="en-US" b="1" dirty="0"/>
        </a:p>
      </dgm:t>
    </dgm:pt>
    <dgm:pt modelId="{EE820BDE-4B7B-4845-A224-B47D9CA07EFB}" type="parTrans" cxnId="{638EDEEF-4BF9-4E93-B1E5-AE9CAE6468D8}">
      <dgm:prSet/>
      <dgm:spPr/>
      <dgm:t>
        <a:bodyPr/>
        <a:lstStyle/>
        <a:p>
          <a:pPr latinLnBrk="1"/>
          <a:endParaRPr lang="ko-KR" altLang="en-US"/>
        </a:p>
      </dgm:t>
    </dgm:pt>
    <dgm:pt modelId="{FEABF24B-12F2-4258-BE51-4AD54C81DC00}" type="sibTrans" cxnId="{638EDEEF-4BF9-4E93-B1E5-AE9CAE6468D8}">
      <dgm:prSet/>
      <dgm:spPr/>
      <dgm:t>
        <a:bodyPr/>
        <a:lstStyle/>
        <a:p>
          <a:pPr latinLnBrk="1"/>
          <a:endParaRPr lang="ko-KR" altLang="en-US"/>
        </a:p>
      </dgm:t>
    </dgm:pt>
    <dgm:pt modelId="{02683E6E-F408-48F5-9CCD-640A7B23E443}">
      <dgm:prSet phldrT="[텍스트]"/>
      <dgm:spPr>
        <a:solidFill>
          <a:schemeClr val="accent2">
            <a:lumMod val="75000"/>
          </a:schemeClr>
        </a:solidFill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정보시스템 개빌 및 운영</a:t>
          </a:r>
          <a:endParaRPr lang="ko-KR" altLang="en-US" b="1" dirty="0"/>
        </a:p>
      </dgm:t>
    </dgm:pt>
    <dgm:pt modelId="{40E9A4F8-B31E-4977-8116-1A4C4E4A10BE}" type="parTrans" cxnId="{25281F48-7FB3-4892-B029-F11E4CA45125}">
      <dgm:prSet/>
      <dgm:spPr/>
      <dgm:t>
        <a:bodyPr/>
        <a:lstStyle/>
        <a:p>
          <a:pPr latinLnBrk="1"/>
          <a:endParaRPr lang="ko-KR" altLang="en-US" dirty="0"/>
        </a:p>
      </dgm:t>
    </dgm:pt>
    <dgm:pt modelId="{F797CFDE-8D78-4D6F-9C3F-34924A045235}" type="sibTrans" cxnId="{25281F48-7FB3-4892-B029-F11E4CA45125}">
      <dgm:prSet/>
      <dgm:spPr/>
      <dgm:t>
        <a:bodyPr/>
        <a:lstStyle/>
        <a:p>
          <a:pPr latinLnBrk="1"/>
          <a:endParaRPr lang="ko-KR" altLang="en-US"/>
        </a:p>
      </dgm:t>
    </dgm:pt>
    <dgm:pt modelId="{FFD08A37-4E5B-4805-8DB4-FB036DEBB91C}">
      <dgm:prSet phldrT="[텍스트]"/>
      <dgm:spPr>
        <a:solidFill>
          <a:schemeClr val="accent3">
            <a:lumMod val="75000"/>
          </a:schemeClr>
        </a:solidFill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시스템 유지보수</a:t>
          </a:r>
          <a:endParaRPr lang="ko-KR" altLang="en-US" b="1" dirty="0"/>
        </a:p>
      </dgm:t>
    </dgm:pt>
    <dgm:pt modelId="{181F45F6-7BCD-4A6E-A1F7-5BBB9DEF2094}" type="parTrans" cxnId="{0FF494AB-62D9-4CAD-BAD7-A5B64CA8569F}">
      <dgm:prSet/>
      <dgm:spPr/>
      <dgm:t>
        <a:bodyPr/>
        <a:lstStyle/>
        <a:p>
          <a:pPr latinLnBrk="1"/>
          <a:endParaRPr lang="ko-KR" altLang="en-US" dirty="0"/>
        </a:p>
      </dgm:t>
    </dgm:pt>
    <dgm:pt modelId="{CCF70361-7BBB-4BF5-BBB4-B40AF287F722}" type="sibTrans" cxnId="{0FF494AB-62D9-4CAD-BAD7-A5B64CA8569F}">
      <dgm:prSet/>
      <dgm:spPr/>
      <dgm:t>
        <a:bodyPr/>
        <a:lstStyle/>
        <a:p>
          <a:pPr latinLnBrk="1"/>
          <a:endParaRPr lang="ko-KR" altLang="en-US"/>
        </a:p>
      </dgm:t>
    </dgm:pt>
    <dgm:pt modelId="{5303F5E8-A8FE-4C14-9131-F894EA3B0A4B}">
      <dgm:prSet phldrT="[텍스트]"/>
      <dgm:spPr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b="1" dirty="0" smtClean="0"/>
            <a:t>네트웍장비유지보수</a:t>
          </a:r>
          <a:endParaRPr lang="ko-KR" altLang="en-US" b="1" dirty="0"/>
        </a:p>
      </dgm:t>
    </dgm:pt>
    <dgm:pt modelId="{3C213136-DBFB-4DBE-8C8E-402B77BB9682}" type="parTrans" cxnId="{F49CDCD0-F4D8-49F0-A3D7-DAB85B094E7D}">
      <dgm:prSet/>
      <dgm:spPr/>
      <dgm:t>
        <a:bodyPr/>
        <a:lstStyle/>
        <a:p>
          <a:pPr latinLnBrk="1"/>
          <a:endParaRPr lang="ko-KR" altLang="en-US" dirty="0"/>
        </a:p>
      </dgm:t>
    </dgm:pt>
    <dgm:pt modelId="{CA5E69F0-67A3-44F9-9CC3-678C1D1D1BC3}" type="sibTrans" cxnId="{F49CDCD0-F4D8-49F0-A3D7-DAB85B094E7D}">
      <dgm:prSet/>
      <dgm:spPr/>
      <dgm:t>
        <a:bodyPr/>
        <a:lstStyle/>
        <a:p>
          <a:pPr latinLnBrk="1"/>
          <a:endParaRPr lang="ko-KR" altLang="en-US"/>
        </a:p>
      </dgm:t>
    </dgm:pt>
    <dgm:pt modelId="{1EB4D21E-CB1A-4011-BF34-0EAD0607F11E}" type="pres">
      <dgm:prSet presAssocID="{6A28EC24-5B4B-4B7A-B21A-F31250B28C22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01B62E6-3591-454A-A103-8A7A28B858C0}" type="pres">
      <dgm:prSet presAssocID="{0FF9172A-F59F-4172-8749-DB0E7706CC5C}" presName="centerShape" presStyleLbl="node0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59DEFAF6-CB29-4CBB-B922-254FCCB90E8D}" type="pres">
      <dgm:prSet presAssocID="{40E9A4F8-B31E-4977-8116-1A4C4E4A10BE}" presName="parTrans" presStyleLbl="bgSibTrans2D1" presStyleIdx="0" presStyleCnt="3"/>
      <dgm:spPr/>
      <dgm:t>
        <a:bodyPr/>
        <a:lstStyle/>
        <a:p>
          <a:pPr latinLnBrk="1"/>
          <a:endParaRPr lang="ko-KR" altLang="en-US"/>
        </a:p>
      </dgm:t>
    </dgm:pt>
    <dgm:pt modelId="{1E5BE549-436D-48E9-A47F-B05B5B631646}" type="pres">
      <dgm:prSet presAssocID="{02683E6E-F408-48F5-9CCD-640A7B23E443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A46CA53-F79A-4651-BE7C-3A1E9B74C2FE}" type="pres">
      <dgm:prSet presAssocID="{181F45F6-7BCD-4A6E-A1F7-5BBB9DEF2094}" presName="parTrans" presStyleLbl="bgSibTrans2D1" presStyleIdx="1" presStyleCnt="3"/>
      <dgm:spPr/>
      <dgm:t>
        <a:bodyPr/>
        <a:lstStyle/>
        <a:p>
          <a:pPr latinLnBrk="1"/>
          <a:endParaRPr lang="ko-KR" altLang="en-US"/>
        </a:p>
      </dgm:t>
    </dgm:pt>
    <dgm:pt modelId="{C195D12B-E613-4E2E-9511-6824877A2CD4}" type="pres">
      <dgm:prSet presAssocID="{FFD08A37-4E5B-4805-8DB4-FB036DEBB91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6AFD5C6-71C9-4E30-A246-42A587358302}" type="pres">
      <dgm:prSet presAssocID="{3C213136-DBFB-4DBE-8C8E-402B77BB9682}" presName="parTrans" presStyleLbl="bgSibTrans2D1" presStyleIdx="2" presStyleCnt="3"/>
      <dgm:spPr/>
      <dgm:t>
        <a:bodyPr/>
        <a:lstStyle/>
        <a:p>
          <a:pPr latinLnBrk="1"/>
          <a:endParaRPr lang="ko-KR" altLang="en-US"/>
        </a:p>
      </dgm:t>
    </dgm:pt>
    <dgm:pt modelId="{ECAFBE5C-8144-466D-BD86-BB1B4608DAFD}" type="pres">
      <dgm:prSet presAssocID="{5303F5E8-A8FE-4C14-9131-F894EA3B0A4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DE4578E-2F15-436E-8590-626EABCD46EA}" type="presOf" srcId="{5303F5E8-A8FE-4C14-9131-F894EA3B0A4B}" destId="{ECAFBE5C-8144-466D-BD86-BB1B4608DAFD}" srcOrd="0" destOrd="0" presId="urn:microsoft.com/office/officeart/2005/8/layout/radial4"/>
    <dgm:cxn modelId="{638EDEEF-4BF9-4E93-B1E5-AE9CAE6468D8}" srcId="{6A28EC24-5B4B-4B7A-B21A-F31250B28C22}" destId="{0FF9172A-F59F-4172-8749-DB0E7706CC5C}" srcOrd="0" destOrd="0" parTransId="{EE820BDE-4B7B-4845-A224-B47D9CA07EFB}" sibTransId="{FEABF24B-12F2-4258-BE51-4AD54C81DC00}"/>
    <dgm:cxn modelId="{AC957BE3-CD08-4570-B73D-623F73F264D2}" type="presOf" srcId="{181F45F6-7BCD-4A6E-A1F7-5BBB9DEF2094}" destId="{6A46CA53-F79A-4651-BE7C-3A1E9B74C2FE}" srcOrd="0" destOrd="0" presId="urn:microsoft.com/office/officeart/2005/8/layout/radial4"/>
    <dgm:cxn modelId="{F49CDCD0-F4D8-49F0-A3D7-DAB85B094E7D}" srcId="{0FF9172A-F59F-4172-8749-DB0E7706CC5C}" destId="{5303F5E8-A8FE-4C14-9131-F894EA3B0A4B}" srcOrd="2" destOrd="0" parTransId="{3C213136-DBFB-4DBE-8C8E-402B77BB9682}" sibTransId="{CA5E69F0-67A3-44F9-9CC3-678C1D1D1BC3}"/>
    <dgm:cxn modelId="{5DB2FB27-B0CD-482B-910F-64EB46D1D293}" type="presOf" srcId="{FFD08A37-4E5B-4805-8DB4-FB036DEBB91C}" destId="{C195D12B-E613-4E2E-9511-6824877A2CD4}" srcOrd="0" destOrd="0" presId="urn:microsoft.com/office/officeart/2005/8/layout/radial4"/>
    <dgm:cxn modelId="{25281F48-7FB3-4892-B029-F11E4CA45125}" srcId="{0FF9172A-F59F-4172-8749-DB0E7706CC5C}" destId="{02683E6E-F408-48F5-9CCD-640A7B23E443}" srcOrd="0" destOrd="0" parTransId="{40E9A4F8-B31E-4977-8116-1A4C4E4A10BE}" sibTransId="{F797CFDE-8D78-4D6F-9C3F-34924A045235}"/>
    <dgm:cxn modelId="{A513A1E9-ABF9-4C4B-94A5-1F10153B4B0E}" type="presOf" srcId="{6A28EC24-5B4B-4B7A-B21A-F31250B28C22}" destId="{1EB4D21E-CB1A-4011-BF34-0EAD0607F11E}" srcOrd="0" destOrd="0" presId="urn:microsoft.com/office/officeart/2005/8/layout/radial4"/>
    <dgm:cxn modelId="{2D8638CA-36B1-4C9F-A969-BEFF8EF8F91D}" type="presOf" srcId="{3C213136-DBFB-4DBE-8C8E-402B77BB9682}" destId="{56AFD5C6-71C9-4E30-A246-42A587358302}" srcOrd="0" destOrd="0" presId="urn:microsoft.com/office/officeart/2005/8/layout/radial4"/>
    <dgm:cxn modelId="{F56086CD-A191-4F54-B3D6-3CEE1182D1DC}" type="presOf" srcId="{40E9A4F8-B31E-4977-8116-1A4C4E4A10BE}" destId="{59DEFAF6-CB29-4CBB-B922-254FCCB90E8D}" srcOrd="0" destOrd="0" presId="urn:microsoft.com/office/officeart/2005/8/layout/radial4"/>
    <dgm:cxn modelId="{0FF494AB-62D9-4CAD-BAD7-A5B64CA8569F}" srcId="{0FF9172A-F59F-4172-8749-DB0E7706CC5C}" destId="{FFD08A37-4E5B-4805-8DB4-FB036DEBB91C}" srcOrd="1" destOrd="0" parTransId="{181F45F6-7BCD-4A6E-A1F7-5BBB9DEF2094}" sibTransId="{CCF70361-7BBB-4BF5-BBB4-B40AF287F722}"/>
    <dgm:cxn modelId="{7D8CF33D-52B2-4A82-8F0E-69401B6AB76A}" type="presOf" srcId="{02683E6E-F408-48F5-9CCD-640A7B23E443}" destId="{1E5BE549-436D-48E9-A47F-B05B5B631646}" srcOrd="0" destOrd="0" presId="urn:microsoft.com/office/officeart/2005/8/layout/radial4"/>
    <dgm:cxn modelId="{E5AD49FB-2CAD-4B19-A995-CB9005E4955C}" type="presOf" srcId="{0FF9172A-F59F-4172-8749-DB0E7706CC5C}" destId="{801B62E6-3591-454A-A103-8A7A28B858C0}" srcOrd="0" destOrd="0" presId="urn:microsoft.com/office/officeart/2005/8/layout/radial4"/>
    <dgm:cxn modelId="{47494330-F337-400F-895D-373C5D07E01D}" type="presParOf" srcId="{1EB4D21E-CB1A-4011-BF34-0EAD0607F11E}" destId="{801B62E6-3591-454A-A103-8A7A28B858C0}" srcOrd="0" destOrd="0" presId="urn:microsoft.com/office/officeart/2005/8/layout/radial4"/>
    <dgm:cxn modelId="{5CD9FB13-1ED9-4FBD-AAE3-AB4402022534}" type="presParOf" srcId="{1EB4D21E-CB1A-4011-BF34-0EAD0607F11E}" destId="{59DEFAF6-CB29-4CBB-B922-254FCCB90E8D}" srcOrd="1" destOrd="0" presId="urn:microsoft.com/office/officeart/2005/8/layout/radial4"/>
    <dgm:cxn modelId="{CE506AB7-0AEA-4F1E-95C8-D92EF501EF6D}" type="presParOf" srcId="{1EB4D21E-CB1A-4011-BF34-0EAD0607F11E}" destId="{1E5BE549-436D-48E9-A47F-B05B5B631646}" srcOrd="2" destOrd="0" presId="urn:microsoft.com/office/officeart/2005/8/layout/radial4"/>
    <dgm:cxn modelId="{50E2C41C-372E-4A1D-9F6E-CEA5A7CFD718}" type="presParOf" srcId="{1EB4D21E-CB1A-4011-BF34-0EAD0607F11E}" destId="{6A46CA53-F79A-4651-BE7C-3A1E9B74C2FE}" srcOrd="3" destOrd="0" presId="urn:microsoft.com/office/officeart/2005/8/layout/radial4"/>
    <dgm:cxn modelId="{202230F7-E995-47F2-B397-E1CDDA82467A}" type="presParOf" srcId="{1EB4D21E-CB1A-4011-BF34-0EAD0607F11E}" destId="{C195D12B-E613-4E2E-9511-6824877A2CD4}" srcOrd="4" destOrd="0" presId="urn:microsoft.com/office/officeart/2005/8/layout/radial4"/>
    <dgm:cxn modelId="{B89A3582-E497-4571-9BAF-4FEEFC88D53B}" type="presParOf" srcId="{1EB4D21E-CB1A-4011-BF34-0EAD0607F11E}" destId="{56AFD5C6-71C9-4E30-A246-42A587358302}" srcOrd="5" destOrd="0" presId="urn:microsoft.com/office/officeart/2005/8/layout/radial4"/>
    <dgm:cxn modelId="{0132871F-06F2-4633-AA86-223A004C6243}" type="presParOf" srcId="{1EB4D21E-CB1A-4011-BF34-0EAD0607F11E}" destId="{ECAFBE5C-8144-466D-BD86-BB1B4608DAFD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F08F32-8C7B-4BA1-B6A9-A10F73305C17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3AA8BD7-3348-4487-AE55-44FFBE0C190F}">
      <dgm:prSet phldrT="[텍스트]"/>
      <dgm:spPr>
        <a:gradFill flip="none" rotWithShape="1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path path="circle">
            <a:fillToRect r="100000" b="100000"/>
          </a:path>
          <a:tileRect l="-100000" t="-100000"/>
        </a:gradFill>
        <a:ln>
          <a:noFill/>
        </a:ln>
        <a:scene3d>
          <a:camera prst="orthographicFront"/>
          <a:lightRig rig="threePt" dir="t"/>
        </a:scene3d>
        <a:sp3d>
          <a:bevelT w="152400" h="50800" prst="softRound"/>
        </a:sp3d>
      </dgm:spPr>
      <dgm:t>
        <a:bodyPr/>
        <a:lstStyle/>
        <a:p>
          <a:pPr latinLnBrk="1"/>
          <a:r>
            <a:rPr lang="ko-KR" altLang="en-US" dirty="0" smtClean="0"/>
            <a:t>국내외 우수 제품 공급</a:t>
          </a:r>
          <a:endParaRPr lang="ko-KR" altLang="en-US" dirty="0"/>
        </a:p>
      </dgm:t>
    </dgm:pt>
    <dgm:pt modelId="{E78408AE-DF08-434A-8614-AA48191DAD6D}" type="parTrans" cxnId="{A28C1066-03CE-40E0-9804-626736293B60}">
      <dgm:prSet/>
      <dgm:spPr/>
      <dgm:t>
        <a:bodyPr/>
        <a:lstStyle/>
        <a:p>
          <a:pPr latinLnBrk="1"/>
          <a:endParaRPr lang="ko-KR" altLang="en-US"/>
        </a:p>
      </dgm:t>
    </dgm:pt>
    <dgm:pt modelId="{2396E6F0-B1BD-48B0-B812-4AF35582B20F}" type="sibTrans" cxnId="{A28C1066-03CE-40E0-9804-626736293B60}">
      <dgm:prSet/>
      <dgm:spPr/>
      <dgm:t>
        <a:bodyPr/>
        <a:lstStyle/>
        <a:p>
          <a:pPr latinLnBrk="1"/>
          <a:endParaRPr lang="ko-KR" altLang="en-US"/>
        </a:p>
      </dgm:t>
    </dgm:pt>
    <dgm:pt modelId="{C46CAB99-57F5-46CE-8BA2-EC9DF0FD238D}">
      <dgm:prSet phldrT="[텍스트]"/>
      <dgm:spPr>
        <a:solidFill>
          <a:schemeClr val="accent5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algn="ctr" latinLnBrk="1"/>
          <a:r>
            <a:rPr lang="en-US" altLang="ko-KR" dirty="0" smtClean="0">
              <a:solidFill>
                <a:schemeClr val="tx1"/>
              </a:solidFill>
            </a:rPr>
            <a:t>S/W </a:t>
          </a:r>
          <a:r>
            <a:rPr lang="ko-KR" altLang="en-US" dirty="0" smtClean="0">
              <a:solidFill>
                <a:schemeClr val="tx1"/>
              </a:solidFill>
            </a:rPr>
            <a:t>및 정보시스템 공급</a:t>
          </a:r>
          <a:endParaRPr lang="ko-KR" altLang="en-US" dirty="0">
            <a:solidFill>
              <a:schemeClr val="tx1"/>
            </a:solidFill>
          </a:endParaRPr>
        </a:p>
      </dgm:t>
    </dgm:pt>
    <dgm:pt modelId="{0A411B0A-E99F-44E0-A501-E61E13BCE873}" type="parTrans" cxnId="{DCA16D83-ADCD-4EBF-AD74-1C715886112E}">
      <dgm:prSet/>
      <dgm:spPr/>
      <dgm:t>
        <a:bodyPr/>
        <a:lstStyle/>
        <a:p>
          <a:pPr latinLnBrk="1"/>
          <a:endParaRPr lang="ko-KR" altLang="en-US"/>
        </a:p>
      </dgm:t>
    </dgm:pt>
    <dgm:pt modelId="{0706ACDD-7FE4-4254-A155-AB481175FD90}" type="sibTrans" cxnId="{DCA16D83-ADCD-4EBF-AD74-1C715886112E}">
      <dgm:prSet/>
      <dgm:spPr/>
      <dgm:t>
        <a:bodyPr/>
        <a:lstStyle/>
        <a:p>
          <a:pPr latinLnBrk="1"/>
          <a:endParaRPr lang="ko-KR" altLang="en-US"/>
        </a:p>
      </dgm:t>
    </dgm:pt>
    <dgm:pt modelId="{DE173A33-EA18-49C7-B93B-26303703EE41}">
      <dgm:prSet phldrT="[텍스트]"/>
      <dgm:spPr>
        <a:solidFill>
          <a:schemeClr val="accent3">
            <a:lumMod val="60000"/>
            <a:lumOff val="4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서버 및 전산기기 공급</a:t>
          </a:r>
          <a:endParaRPr lang="ko-KR" altLang="en-US" dirty="0">
            <a:solidFill>
              <a:schemeClr val="tx1"/>
            </a:solidFill>
          </a:endParaRPr>
        </a:p>
      </dgm:t>
    </dgm:pt>
    <dgm:pt modelId="{A4C6F89B-D29B-4534-922D-140947E89B49}" type="parTrans" cxnId="{93E495B0-E558-4D93-BB53-9728913D6F92}">
      <dgm:prSet/>
      <dgm:spPr/>
      <dgm:t>
        <a:bodyPr/>
        <a:lstStyle/>
        <a:p>
          <a:pPr latinLnBrk="1"/>
          <a:endParaRPr lang="ko-KR" altLang="en-US"/>
        </a:p>
      </dgm:t>
    </dgm:pt>
    <dgm:pt modelId="{31F13A78-2BD1-4D89-8EC8-C6FD9CB976F9}" type="sibTrans" cxnId="{93E495B0-E558-4D93-BB53-9728913D6F92}">
      <dgm:prSet/>
      <dgm:spPr/>
      <dgm:t>
        <a:bodyPr/>
        <a:lstStyle/>
        <a:p>
          <a:pPr latinLnBrk="1"/>
          <a:endParaRPr lang="ko-KR" altLang="en-US"/>
        </a:p>
      </dgm:t>
    </dgm:pt>
    <dgm:pt modelId="{2F4682F2-E123-4853-A29C-B4691A17EA04}">
      <dgm:prSet phldrT="[텍스트]"/>
      <dgm:spPr>
        <a:solidFill>
          <a:schemeClr val="accent4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네트워크 장비 공급</a:t>
          </a:r>
          <a:endParaRPr lang="ko-KR" altLang="en-US" dirty="0">
            <a:solidFill>
              <a:schemeClr val="tx1"/>
            </a:solidFill>
          </a:endParaRPr>
        </a:p>
      </dgm:t>
    </dgm:pt>
    <dgm:pt modelId="{CBCDE418-7860-4B3C-8854-7942FBD68820}" type="parTrans" cxnId="{503A1674-65C0-42EE-AA10-CFEEEDA52E9B}">
      <dgm:prSet/>
      <dgm:spPr/>
      <dgm:t>
        <a:bodyPr/>
        <a:lstStyle/>
        <a:p>
          <a:pPr latinLnBrk="1"/>
          <a:endParaRPr lang="ko-KR" altLang="en-US"/>
        </a:p>
      </dgm:t>
    </dgm:pt>
    <dgm:pt modelId="{C7E5276F-FF42-485B-A618-20B27797DDB5}" type="sibTrans" cxnId="{503A1674-65C0-42EE-AA10-CFEEEDA52E9B}">
      <dgm:prSet/>
      <dgm:spPr/>
      <dgm:t>
        <a:bodyPr/>
        <a:lstStyle/>
        <a:p>
          <a:pPr latinLnBrk="1"/>
          <a:endParaRPr lang="ko-KR" altLang="en-US"/>
        </a:p>
      </dgm:t>
    </dgm:pt>
    <dgm:pt modelId="{12804DA6-ABF8-4CA1-A155-0C82980A3F84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유지보수</a:t>
          </a:r>
          <a:endParaRPr lang="en-US" altLang="ko-KR" dirty="0" smtClean="0">
            <a:solidFill>
              <a:schemeClr val="tx1"/>
            </a:solidFill>
          </a:endParaRPr>
        </a:p>
        <a:p>
          <a:pPr latinLnBrk="1"/>
          <a:r>
            <a:rPr lang="ko-KR" altLang="en-US" dirty="0" smtClean="0">
              <a:solidFill>
                <a:schemeClr val="tx1"/>
              </a:solidFill>
            </a:rPr>
            <a:t> 및 운영</a:t>
          </a:r>
          <a:endParaRPr lang="ko-KR" altLang="en-US" dirty="0">
            <a:solidFill>
              <a:schemeClr val="tx1"/>
            </a:solidFill>
          </a:endParaRPr>
        </a:p>
      </dgm:t>
    </dgm:pt>
    <dgm:pt modelId="{C0E57A7F-5630-40A0-8DB0-9CE8896626C8}" type="parTrans" cxnId="{0D00FDDA-017F-4375-9DA1-25533A46B0DA}">
      <dgm:prSet/>
      <dgm:spPr/>
      <dgm:t>
        <a:bodyPr/>
        <a:lstStyle/>
        <a:p>
          <a:pPr latinLnBrk="1"/>
          <a:endParaRPr lang="ko-KR" altLang="en-US"/>
        </a:p>
      </dgm:t>
    </dgm:pt>
    <dgm:pt modelId="{91B953C0-706A-41BC-B1F3-2226E91E59A3}" type="sibTrans" cxnId="{0D00FDDA-017F-4375-9DA1-25533A46B0DA}">
      <dgm:prSet/>
      <dgm:spPr/>
      <dgm:t>
        <a:bodyPr/>
        <a:lstStyle/>
        <a:p>
          <a:pPr latinLnBrk="1"/>
          <a:endParaRPr lang="ko-KR" altLang="en-US"/>
        </a:p>
      </dgm:t>
    </dgm:pt>
    <dgm:pt modelId="{EC70417D-9D81-4B54-B582-8DF0D04B481D}" type="pres">
      <dgm:prSet presAssocID="{CBF08F32-8C7B-4BA1-B6A9-A10F73305C1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B820313-569D-4285-A084-CBB26444F203}" type="pres">
      <dgm:prSet presAssocID="{23AA8BD7-3348-4487-AE55-44FFBE0C190F}" presName="vertOne" presStyleCnt="0"/>
      <dgm:spPr/>
    </dgm:pt>
    <dgm:pt modelId="{A16EF751-15B6-4224-9FCD-CA695CAE98C2}" type="pres">
      <dgm:prSet presAssocID="{23AA8BD7-3348-4487-AE55-44FFBE0C190F}" presName="txOne" presStyleLbl="node0" presStyleIdx="0" presStyleCnt="1" custLinFactNeighborX="-309" custLinFactNeighborY="2238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9C2EEBA-B8CD-4126-8B66-B64208121465}" type="pres">
      <dgm:prSet presAssocID="{23AA8BD7-3348-4487-AE55-44FFBE0C190F}" presName="parTransOne" presStyleCnt="0"/>
      <dgm:spPr/>
    </dgm:pt>
    <dgm:pt modelId="{D4A0A547-8B92-4AE8-BD7E-03DD97DC0039}" type="pres">
      <dgm:prSet presAssocID="{23AA8BD7-3348-4487-AE55-44FFBE0C190F}" presName="horzOne" presStyleCnt="0"/>
      <dgm:spPr/>
    </dgm:pt>
    <dgm:pt modelId="{333E7326-FEF8-4242-ACB1-2DD4A7E0A72A}" type="pres">
      <dgm:prSet presAssocID="{C46CAB99-57F5-46CE-8BA2-EC9DF0FD238D}" presName="vertTwo" presStyleCnt="0"/>
      <dgm:spPr/>
    </dgm:pt>
    <dgm:pt modelId="{8B4047B6-5E8F-46AC-BD7A-D0B3E05AF3E0}" type="pres">
      <dgm:prSet presAssocID="{C46CAB99-57F5-46CE-8BA2-EC9DF0FD238D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E42079D-7668-4D26-A224-2B207F708B7B}" type="pres">
      <dgm:prSet presAssocID="{C46CAB99-57F5-46CE-8BA2-EC9DF0FD238D}" presName="parTransTwo" presStyleCnt="0"/>
      <dgm:spPr/>
    </dgm:pt>
    <dgm:pt modelId="{F28E06BE-CAC3-4B5B-B5A4-EDA638271426}" type="pres">
      <dgm:prSet presAssocID="{C46CAB99-57F5-46CE-8BA2-EC9DF0FD238D}" presName="horzTwo" presStyleCnt="0"/>
      <dgm:spPr/>
    </dgm:pt>
    <dgm:pt modelId="{B5F7747A-8FCF-4C4D-A5B3-43C990282907}" type="pres">
      <dgm:prSet presAssocID="{DE173A33-EA18-49C7-B93B-26303703EE41}" presName="vertThree" presStyleCnt="0"/>
      <dgm:spPr/>
    </dgm:pt>
    <dgm:pt modelId="{6C89D5EA-FB35-4B20-8CE3-02E1FC391CDB}" type="pres">
      <dgm:prSet presAssocID="{DE173A33-EA18-49C7-B93B-26303703EE41}" presName="txThree" presStyleLbl="node3" presStyleIdx="0" presStyleCnt="2" custLinFactNeighborX="-71" custLinFactNeighborY="132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CD6F117-2F7C-4144-AFFD-08C4604B6ED1}" type="pres">
      <dgm:prSet presAssocID="{DE173A33-EA18-49C7-B93B-26303703EE41}" presName="horzThree" presStyleCnt="0"/>
      <dgm:spPr/>
    </dgm:pt>
    <dgm:pt modelId="{0F134DDB-15C7-4842-9612-A263D1D10518}" type="pres">
      <dgm:prSet presAssocID="{31F13A78-2BD1-4D89-8EC8-C6FD9CB976F9}" presName="sibSpaceThree" presStyleCnt="0"/>
      <dgm:spPr/>
    </dgm:pt>
    <dgm:pt modelId="{30CADB1E-4D9F-4592-8C56-A16617B1165B}" type="pres">
      <dgm:prSet presAssocID="{2F4682F2-E123-4853-A29C-B4691A17EA04}" presName="vertThree" presStyleCnt="0"/>
      <dgm:spPr/>
    </dgm:pt>
    <dgm:pt modelId="{ED162451-34D0-41FF-8DE7-C6E33BFB47C1}" type="pres">
      <dgm:prSet presAssocID="{2F4682F2-E123-4853-A29C-B4691A17EA04}" presName="txThree" presStyleLbl="node3" presStyleIdx="1" presStyleCnt="2" custLinFactNeighborX="-71" custLinFactNeighborY="1320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5B849A4-FB1F-479B-9017-318E9A93A976}" type="pres">
      <dgm:prSet presAssocID="{2F4682F2-E123-4853-A29C-B4691A17EA04}" presName="horzThree" presStyleCnt="0"/>
      <dgm:spPr/>
    </dgm:pt>
    <dgm:pt modelId="{E590AF93-3017-4332-888D-C0905A4BAADB}" type="pres">
      <dgm:prSet presAssocID="{0706ACDD-7FE4-4254-A155-AB481175FD90}" presName="sibSpaceTwo" presStyleCnt="0"/>
      <dgm:spPr/>
    </dgm:pt>
    <dgm:pt modelId="{9A514A57-2D9C-4022-90AF-CD0E2299A426}" type="pres">
      <dgm:prSet presAssocID="{12804DA6-ABF8-4CA1-A155-0C82980A3F84}" presName="vertTwo" presStyleCnt="0"/>
      <dgm:spPr/>
    </dgm:pt>
    <dgm:pt modelId="{9CFE366C-3CBD-434A-8DBC-B35B2F8A3174}" type="pres">
      <dgm:prSet presAssocID="{12804DA6-ABF8-4CA1-A155-0C82980A3F84}" presName="txTwo" presStyleLbl="node2" presStyleIdx="1" presStyleCnt="2" custScaleX="80460" custScaleY="215500" custLinFactNeighborX="-2078" custLinFactNeighborY="-2384">
        <dgm:presLayoutVars>
          <dgm:chPref val="3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E30EF1D-E802-4261-8A20-436E7E54C525}" type="pres">
      <dgm:prSet presAssocID="{12804DA6-ABF8-4CA1-A155-0C82980A3F84}" presName="horzTwo" presStyleCnt="0"/>
      <dgm:spPr/>
    </dgm:pt>
  </dgm:ptLst>
  <dgm:cxnLst>
    <dgm:cxn modelId="{A28C1066-03CE-40E0-9804-626736293B60}" srcId="{CBF08F32-8C7B-4BA1-B6A9-A10F73305C17}" destId="{23AA8BD7-3348-4487-AE55-44FFBE0C190F}" srcOrd="0" destOrd="0" parTransId="{E78408AE-DF08-434A-8614-AA48191DAD6D}" sibTransId="{2396E6F0-B1BD-48B0-B812-4AF35582B20F}"/>
    <dgm:cxn modelId="{0D00FDDA-017F-4375-9DA1-25533A46B0DA}" srcId="{23AA8BD7-3348-4487-AE55-44FFBE0C190F}" destId="{12804DA6-ABF8-4CA1-A155-0C82980A3F84}" srcOrd="1" destOrd="0" parTransId="{C0E57A7F-5630-40A0-8DB0-9CE8896626C8}" sibTransId="{91B953C0-706A-41BC-B1F3-2226E91E59A3}"/>
    <dgm:cxn modelId="{93E495B0-E558-4D93-BB53-9728913D6F92}" srcId="{C46CAB99-57F5-46CE-8BA2-EC9DF0FD238D}" destId="{DE173A33-EA18-49C7-B93B-26303703EE41}" srcOrd="0" destOrd="0" parTransId="{A4C6F89B-D29B-4534-922D-140947E89B49}" sibTransId="{31F13A78-2BD1-4D89-8EC8-C6FD9CB976F9}"/>
    <dgm:cxn modelId="{7D550880-EE44-4B89-AC69-9F16BD614567}" type="presOf" srcId="{DE173A33-EA18-49C7-B93B-26303703EE41}" destId="{6C89D5EA-FB35-4B20-8CE3-02E1FC391CDB}" srcOrd="0" destOrd="0" presId="urn:microsoft.com/office/officeart/2005/8/layout/hierarchy4"/>
    <dgm:cxn modelId="{B2352B2C-5BDA-45D9-95A8-967D41781E00}" type="presOf" srcId="{CBF08F32-8C7B-4BA1-B6A9-A10F73305C17}" destId="{EC70417D-9D81-4B54-B582-8DF0D04B481D}" srcOrd="0" destOrd="0" presId="urn:microsoft.com/office/officeart/2005/8/layout/hierarchy4"/>
    <dgm:cxn modelId="{DCA16D83-ADCD-4EBF-AD74-1C715886112E}" srcId="{23AA8BD7-3348-4487-AE55-44FFBE0C190F}" destId="{C46CAB99-57F5-46CE-8BA2-EC9DF0FD238D}" srcOrd="0" destOrd="0" parTransId="{0A411B0A-E99F-44E0-A501-E61E13BCE873}" sibTransId="{0706ACDD-7FE4-4254-A155-AB481175FD90}"/>
    <dgm:cxn modelId="{0A4D2BFB-4AF2-4F99-B0AE-54B253ADC9CD}" type="presOf" srcId="{2F4682F2-E123-4853-A29C-B4691A17EA04}" destId="{ED162451-34D0-41FF-8DE7-C6E33BFB47C1}" srcOrd="0" destOrd="0" presId="urn:microsoft.com/office/officeart/2005/8/layout/hierarchy4"/>
    <dgm:cxn modelId="{C2D71ED5-93F9-4D45-B221-C5F4A40DCC6A}" type="presOf" srcId="{12804DA6-ABF8-4CA1-A155-0C82980A3F84}" destId="{9CFE366C-3CBD-434A-8DBC-B35B2F8A3174}" srcOrd="0" destOrd="0" presId="urn:microsoft.com/office/officeart/2005/8/layout/hierarchy4"/>
    <dgm:cxn modelId="{3E290817-BEEC-4298-B585-AA59787744DF}" type="presOf" srcId="{C46CAB99-57F5-46CE-8BA2-EC9DF0FD238D}" destId="{8B4047B6-5E8F-46AC-BD7A-D0B3E05AF3E0}" srcOrd="0" destOrd="0" presId="urn:microsoft.com/office/officeart/2005/8/layout/hierarchy4"/>
    <dgm:cxn modelId="{4FC24125-E9D1-4DDB-B57D-5EB438DF1B1A}" type="presOf" srcId="{23AA8BD7-3348-4487-AE55-44FFBE0C190F}" destId="{A16EF751-15B6-4224-9FCD-CA695CAE98C2}" srcOrd="0" destOrd="0" presId="urn:microsoft.com/office/officeart/2005/8/layout/hierarchy4"/>
    <dgm:cxn modelId="{503A1674-65C0-42EE-AA10-CFEEEDA52E9B}" srcId="{C46CAB99-57F5-46CE-8BA2-EC9DF0FD238D}" destId="{2F4682F2-E123-4853-A29C-B4691A17EA04}" srcOrd="1" destOrd="0" parTransId="{CBCDE418-7860-4B3C-8854-7942FBD68820}" sibTransId="{C7E5276F-FF42-485B-A618-20B27797DDB5}"/>
    <dgm:cxn modelId="{CB281F4E-B074-44FC-8991-452B017E5DE4}" type="presParOf" srcId="{EC70417D-9D81-4B54-B582-8DF0D04B481D}" destId="{2B820313-569D-4285-A084-CBB26444F203}" srcOrd="0" destOrd="0" presId="urn:microsoft.com/office/officeart/2005/8/layout/hierarchy4"/>
    <dgm:cxn modelId="{E9665A81-0091-48FF-955C-FF7FA7476E60}" type="presParOf" srcId="{2B820313-569D-4285-A084-CBB26444F203}" destId="{A16EF751-15B6-4224-9FCD-CA695CAE98C2}" srcOrd="0" destOrd="0" presId="urn:microsoft.com/office/officeart/2005/8/layout/hierarchy4"/>
    <dgm:cxn modelId="{F38194A3-B328-47B6-A025-23AFD33EEDAC}" type="presParOf" srcId="{2B820313-569D-4285-A084-CBB26444F203}" destId="{E9C2EEBA-B8CD-4126-8B66-B64208121465}" srcOrd="1" destOrd="0" presId="urn:microsoft.com/office/officeart/2005/8/layout/hierarchy4"/>
    <dgm:cxn modelId="{825A5E19-7958-4688-A160-E400113FF5CD}" type="presParOf" srcId="{2B820313-569D-4285-A084-CBB26444F203}" destId="{D4A0A547-8B92-4AE8-BD7E-03DD97DC0039}" srcOrd="2" destOrd="0" presId="urn:microsoft.com/office/officeart/2005/8/layout/hierarchy4"/>
    <dgm:cxn modelId="{B04918AB-6121-44DC-8CF9-4398C3BF1EA0}" type="presParOf" srcId="{D4A0A547-8B92-4AE8-BD7E-03DD97DC0039}" destId="{333E7326-FEF8-4242-ACB1-2DD4A7E0A72A}" srcOrd="0" destOrd="0" presId="urn:microsoft.com/office/officeart/2005/8/layout/hierarchy4"/>
    <dgm:cxn modelId="{86C7623D-4882-4C42-8292-1807E5669B55}" type="presParOf" srcId="{333E7326-FEF8-4242-ACB1-2DD4A7E0A72A}" destId="{8B4047B6-5E8F-46AC-BD7A-D0B3E05AF3E0}" srcOrd="0" destOrd="0" presId="urn:microsoft.com/office/officeart/2005/8/layout/hierarchy4"/>
    <dgm:cxn modelId="{AC9C1A56-7902-4DA3-9703-8FC2327E06B8}" type="presParOf" srcId="{333E7326-FEF8-4242-ACB1-2DD4A7E0A72A}" destId="{8E42079D-7668-4D26-A224-2B207F708B7B}" srcOrd="1" destOrd="0" presId="urn:microsoft.com/office/officeart/2005/8/layout/hierarchy4"/>
    <dgm:cxn modelId="{11CF3F4B-290B-41A9-B027-9F15955910A3}" type="presParOf" srcId="{333E7326-FEF8-4242-ACB1-2DD4A7E0A72A}" destId="{F28E06BE-CAC3-4B5B-B5A4-EDA638271426}" srcOrd="2" destOrd="0" presId="urn:microsoft.com/office/officeart/2005/8/layout/hierarchy4"/>
    <dgm:cxn modelId="{DE6B890D-C7C4-4FA7-9698-5486A54A6AAB}" type="presParOf" srcId="{F28E06BE-CAC3-4B5B-B5A4-EDA638271426}" destId="{B5F7747A-8FCF-4C4D-A5B3-43C990282907}" srcOrd="0" destOrd="0" presId="urn:microsoft.com/office/officeart/2005/8/layout/hierarchy4"/>
    <dgm:cxn modelId="{3DF2F808-02A8-4D39-BD4E-107C0DEFB6A1}" type="presParOf" srcId="{B5F7747A-8FCF-4C4D-A5B3-43C990282907}" destId="{6C89D5EA-FB35-4B20-8CE3-02E1FC391CDB}" srcOrd="0" destOrd="0" presId="urn:microsoft.com/office/officeart/2005/8/layout/hierarchy4"/>
    <dgm:cxn modelId="{F1FB05A4-5F75-484D-B73E-29D7B2006FC3}" type="presParOf" srcId="{B5F7747A-8FCF-4C4D-A5B3-43C990282907}" destId="{4CD6F117-2F7C-4144-AFFD-08C4604B6ED1}" srcOrd="1" destOrd="0" presId="urn:microsoft.com/office/officeart/2005/8/layout/hierarchy4"/>
    <dgm:cxn modelId="{971A28B2-27DE-4792-99AD-1130D2C7C08D}" type="presParOf" srcId="{F28E06BE-CAC3-4B5B-B5A4-EDA638271426}" destId="{0F134DDB-15C7-4842-9612-A263D1D10518}" srcOrd="1" destOrd="0" presId="urn:microsoft.com/office/officeart/2005/8/layout/hierarchy4"/>
    <dgm:cxn modelId="{9A162DF9-DC22-4867-A291-0F2856A79787}" type="presParOf" srcId="{F28E06BE-CAC3-4B5B-B5A4-EDA638271426}" destId="{30CADB1E-4D9F-4592-8C56-A16617B1165B}" srcOrd="2" destOrd="0" presId="urn:microsoft.com/office/officeart/2005/8/layout/hierarchy4"/>
    <dgm:cxn modelId="{A65A0E13-B927-40FF-BFA4-1E33E5F2F79C}" type="presParOf" srcId="{30CADB1E-4D9F-4592-8C56-A16617B1165B}" destId="{ED162451-34D0-41FF-8DE7-C6E33BFB47C1}" srcOrd="0" destOrd="0" presId="urn:microsoft.com/office/officeart/2005/8/layout/hierarchy4"/>
    <dgm:cxn modelId="{65882B8E-69EB-4AA1-B345-A2679AB301F8}" type="presParOf" srcId="{30CADB1E-4D9F-4592-8C56-A16617B1165B}" destId="{55B849A4-FB1F-479B-9017-318E9A93A976}" srcOrd="1" destOrd="0" presId="urn:microsoft.com/office/officeart/2005/8/layout/hierarchy4"/>
    <dgm:cxn modelId="{A4AFD07F-33FA-4A00-A738-D953362E8546}" type="presParOf" srcId="{D4A0A547-8B92-4AE8-BD7E-03DD97DC0039}" destId="{E590AF93-3017-4332-888D-C0905A4BAADB}" srcOrd="1" destOrd="0" presId="urn:microsoft.com/office/officeart/2005/8/layout/hierarchy4"/>
    <dgm:cxn modelId="{1EC63F31-2269-4D00-ADC2-00B38F3EBFAB}" type="presParOf" srcId="{D4A0A547-8B92-4AE8-BD7E-03DD97DC0039}" destId="{9A514A57-2D9C-4022-90AF-CD0E2299A426}" srcOrd="2" destOrd="0" presId="urn:microsoft.com/office/officeart/2005/8/layout/hierarchy4"/>
    <dgm:cxn modelId="{5F096452-2EC0-4C20-A18F-A8B0A847242F}" type="presParOf" srcId="{9A514A57-2D9C-4022-90AF-CD0E2299A426}" destId="{9CFE366C-3CBD-434A-8DBC-B35B2F8A3174}" srcOrd="0" destOrd="0" presId="urn:microsoft.com/office/officeart/2005/8/layout/hierarchy4"/>
    <dgm:cxn modelId="{91CF6ADC-308D-44A5-8F9D-F9D5611AAF8C}" type="presParOf" srcId="{9A514A57-2D9C-4022-90AF-CD0E2299A426}" destId="{6E30EF1D-E802-4261-8A20-436E7E54C52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83F389F-19BF-4F56-BDEC-7784FFD91F59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72596FA-8EBF-4FDF-83F9-3B35B8654BC1}">
      <dgm:prSet phldrT="[텍스트]"/>
      <dgm:spPr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path path="shape">
            <a:fillToRect l="50000" t="50000" r="50000" b="50000"/>
          </a:path>
          <a:tileRect/>
        </a:gradFill>
        <a:effectLst>
          <a:innerShdw blurRad="114300">
            <a:prstClr val="black"/>
          </a:innerShdw>
        </a:effectLst>
      </dgm:spPr>
      <dgm:t>
        <a:bodyPr/>
        <a:lstStyle/>
        <a:p>
          <a:pPr latinLnBrk="1"/>
          <a:r>
            <a:rPr lang="ko-KR" altLang="en-US" dirty="0" smtClean="0"/>
            <a:t>인력</a:t>
          </a:r>
          <a:endParaRPr lang="en-US" altLang="ko-KR" dirty="0" smtClean="0"/>
        </a:p>
        <a:p>
          <a:pPr latinLnBrk="1"/>
          <a:r>
            <a:rPr lang="ko-KR" altLang="en-US" dirty="0" smtClean="0"/>
            <a:t>공급</a:t>
          </a:r>
          <a:endParaRPr lang="ko-KR" altLang="en-US" dirty="0"/>
        </a:p>
      </dgm:t>
    </dgm:pt>
    <dgm:pt modelId="{F61104A1-9DC1-4EDB-B601-8267A8788FE1}" type="parTrans" cxnId="{DD70705F-896D-4EE7-A7E1-56E2F710217A}">
      <dgm:prSet/>
      <dgm:spPr/>
      <dgm:t>
        <a:bodyPr/>
        <a:lstStyle/>
        <a:p>
          <a:pPr latinLnBrk="1"/>
          <a:endParaRPr lang="ko-KR" altLang="en-US"/>
        </a:p>
      </dgm:t>
    </dgm:pt>
    <dgm:pt modelId="{DBA5B527-A344-44B4-8149-F5A8361B0344}" type="sibTrans" cxnId="{DD70705F-896D-4EE7-A7E1-56E2F710217A}">
      <dgm:prSet/>
      <dgm:spPr/>
      <dgm:t>
        <a:bodyPr/>
        <a:lstStyle/>
        <a:p>
          <a:pPr latinLnBrk="1"/>
          <a:endParaRPr lang="ko-KR" altLang="en-US"/>
        </a:p>
      </dgm:t>
    </dgm:pt>
    <dgm:pt modelId="{CEA8E88A-A5D0-4872-8E74-72F7BFF66D93}">
      <dgm:prSet phldrT="[텍스트]"/>
      <dgm:spPr>
        <a:solidFill>
          <a:schemeClr val="accent5"/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관리자</a:t>
          </a:r>
          <a:endParaRPr lang="ko-KR" altLang="en-US" dirty="0">
            <a:solidFill>
              <a:schemeClr val="tx1"/>
            </a:solidFill>
          </a:endParaRPr>
        </a:p>
      </dgm:t>
    </dgm:pt>
    <dgm:pt modelId="{D4EE72BB-6643-4E31-A66B-02314360B8CA}" type="parTrans" cxnId="{DC6E63B4-497B-4C23-9CD0-BF654E35C300}">
      <dgm:prSet/>
      <dgm:spPr/>
      <dgm:t>
        <a:bodyPr/>
        <a:lstStyle/>
        <a:p>
          <a:pPr latinLnBrk="1"/>
          <a:endParaRPr lang="ko-KR" altLang="en-US"/>
        </a:p>
      </dgm:t>
    </dgm:pt>
    <dgm:pt modelId="{6AB3AD71-C949-4D4E-8730-D16B32B85FB9}" type="sibTrans" cxnId="{DC6E63B4-497B-4C23-9CD0-BF654E35C300}">
      <dgm:prSet/>
      <dgm:spPr/>
      <dgm:t>
        <a:bodyPr/>
        <a:lstStyle/>
        <a:p>
          <a:pPr latinLnBrk="1"/>
          <a:endParaRPr lang="ko-KR" altLang="en-US" dirty="0"/>
        </a:p>
      </dgm:t>
    </dgm:pt>
    <dgm:pt modelId="{F3033849-6C5B-4997-8A04-DDDE9A6A3EE5}">
      <dgm:prSet phldrT="[텍스트]"/>
      <dgm:spPr>
        <a:solidFill>
          <a:schemeClr val="accent3"/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컨설턴트</a:t>
          </a:r>
          <a:endParaRPr lang="ko-KR" altLang="en-US" dirty="0">
            <a:solidFill>
              <a:schemeClr val="tx1"/>
            </a:solidFill>
          </a:endParaRPr>
        </a:p>
      </dgm:t>
    </dgm:pt>
    <dgm:pt modelId="{710D4B9B-A2CF-4522-8C3F-9AB97053676C}" type="parTrans" cxnId="{91AA97E7-91A2-499A-BBAD-ED783C7C1C14}">
      <dgm:prSet/>
      <dgm:spPr/>
      <dgm:t>
        <a:bodyPr/>
        <a:lstStyle/>
        <a:p>
          <a:pPr latinLnBrk="1"/>
          <a:endParaRPr lang="ko-KR" altLang="en-US"/>
        </a:p>
      </dgm:t>
    </dgm:pt>
    <dgm:pt modelId="{91F9816B-51B2-4251-9E32-356EC29FB5F0}" type="sibTrans" cxnId="{91AA97E7-91A2-499A-BBAD-ED783C7C1C14}">
      <dgm:prSet/>
      <dgm:spPr/>
      <dgm:t>
        <a:bodyPr/>
        <a:lstStyle/>
        <a:p>
          <a:pPr latinLnBrk="1"/>
          <a:endParaRPr lang="ko-KR" altLang="en-US" dirty="0"/>
        </a:p>
      </dgm:t>
    </dgm:pt>
    <dgm:pt modelId="{C7AB97F2-E3BE-4032-AAF4-AB5E68725B4F}">
      <dgm:prSet phldrT="[텍스트]"/>
      <dgm:spPr>
        <a:solidFill>
          <a:schemeClr val="tx2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개발자</a:t>
          </a:r>
          <a:endParaRPr lang="ko-KR" altLang="en-US" dirty="0">
            <a:solidFill>
              <a:schemeClr val="tx1"/>
            </a:solidFill>
          </a:endParaRPr>
        </a:p>
      </dgm:t>
    </dgm:pt>
    <dgm:pt modelId="{ED7A309B-F652-49BC-B6FD-DD52B7F5AFF5}" type="parTrans" cxnId="{69283868-BF94-47E7-8F4E-B11A54F0085E}">
      <dgm:prSet/>
      <dgm:spPr/>
      <dgm:t>
        <a:bodyPr/>
        <a:lstStyle/>
        <a:p>
          <a:pPr latinLnBrk="1"/>
          <a:endParaRPr lang="ko-KR" altLang="en-US"/>
        </a:p>
      </dgm:t>
    </dgm:pt>
    <dgm:pt modelId="{8F36CC1A-63E6-4967-B5BB-FE000F69643F}" type="sibTrans" cxnId="{69283868-BF94-47E7-8F4E-B11A54F0085E}">
      <dgm:prSet/>
      <dgm:spPr/>
      <dgm:t>
        <a:bodyPr/>
        <a:lstStyle/>
        <a:p>
          <a:pPr latinLnBrk="1"/>
          <a:endParaRPr lang="ko-KR" altLang="en-US" dirty="0"/>
        </a:p>
      </dgm:t>
    </dgm:pt>
    <dgm:pt modelId="{E413B17F-CF40-4300-9D30-915F20A95BF8}">
      <dgm:prSet phldrT="[텍스트]"/>
      <dgm:spPr>
        <a:solidFill>
          <a:schemeClr val="accent6">
            <a:lumMod val="20000"/>
            <a:lumOff val="80000"/>
          </a:schemeClr>
        </a:solidFill>
        <a:effectLst>
          <a:innerShdw blurRad="63500" dist="50800" dir="18900000">
            <a:prstClr val="black">
              <a:alpha val="50000"/>
            </a:prstClr>
          </a:innerShdw>
        </a:effectLst>
      </dgm:spPr>
      <dgm:t>
        <a:bodyPr/>
        <a:lstStyle/>
        <a:p>
          <a:pPr latinLnBrk="1"/>
          <a:r>
            <a:rPr lang="ko-KR" altLang="en-US" dirty="0" smtClean="0">
              <a:solidFill>
                <a:schemeClr val="tx1"/>
              </a:solidFill>
            </a:rPr>
            <a:t>엔지니어</a:t>
          </a:r>
          <a:endParaRPr lang="ko-KR" altLang="en-US" dirty="0">
            <a:solidFill>
              <a:schemeClr val="tx1"/>
            </a:solidFill>
          </a:endParaRPr>
        </a:p>
      </dgm:t>
    </dgm:pt>
    <dgm:pt modelId="{816DF56C-129D-4015-8D83-0441870DD301}" type="parTrans" cxnId="{D87318E0-2778-40DD-9960-F3C38A424D3C}">
      <dgm:prSet/>
      <dgm:spPr/>
      <dgm:t>
        <a:bodyPr/>
        <a:lstStyle/>
        <a:p>
          <a:pPr latinLnBrk="1"/>
          <a:endParaRPr lang="ko-KR" altLang="en-US"/>
        </a:p>
      </dgm:t>
    </dgm:pt>
    <dgm:pt modelId="{83B5A9B3-6141-4537-80B0-1CCA67950722}" type="sibTrans" cxnId="{D87318E0-2778-40DD-9960-F3C38A424D3C}">
      <dgm:prSet/>
      <dgm:spPr/>
      <dgm:t>
        <a:bodyPr/>
        <a:lstStyle/>
        <a:p>
          <a:pPr latinLnBrk="1"/>
          <a:endParaRPr lang="ko-KR" altLang="en-US" dirty="0"/>
        </a:p>
      </dgm:t>
    </dgm:pt>
    <dgm:pt modelId="{1E9FF058-C903-4519-B5F8-A8F004116B9E}" type="pres">
      <dgm:prSet presAssocID="{083F389F-19BF-4F56-BDEC-7784FFD91F5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584D99B-0CCD-43F7-BD00-95D85E01852B}" type="pres">
      <dgm:prSet presAssocID="{972596FA-8EBF-4FDF-83F9-3B35B8654BC1}" presName="centerShape" presStyleLbl="node0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DB2A7BE5-3FB7-4DEF-9937-9321C28DF38E}" type="pres">
      <dgm:prSet presAssocID="{CEA8E88A-A5D0-4872-8E74-72F7BFF66D9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BE0796A-0067-4FCE-AC93-A96047B11285}" type="pres">
      <dgm:prSet presAssocID="{CEA8E88A-A5D0-4872-8E74-72F7BFF66D93}" presName="dummy" presStyleCnt="0"/>
      <dgm:spPr/>
    </dgm:pt>
    <dgm:pt modelId="{92C6DE82-A761-4E33-B62E-B13D3106206C}" type="pres">
      <dgm:prSet presAssocID="{6AB3AD71-C949-4D4E-8730-D16B32B85FB9}" presName="sibTrans" presStyleLbl="sibTrans2D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252BEAA9-5213-477F-BF57-16A2D7AB22A4}" type="pres">
      <dgm:prSet presAssocID="{F3033849-6C5B-4997-8A04-DDDE9A6A3EE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BF9E574-5A19-4C55-B607-3E043739ACFB}" type="pres">
      <dgm:prSet presAssocID="{F3033849-6C5B-4997-8A04-DDDE9A6A3EE5}" presName="dummy" presStyleCnt="0"/>
      <dgm:spPr/>
    </dgm:pt>
    <dgm:pt modelId="{E48B6B85-454C-4687-84C3-694533CDD419}" type="pres">
      <dgm:prSet presAssocID="{91F9816B-51B2-4251-9E32-356EC29FB5F0}" presName="sibTrans" presStyleLbl="sibTrans2D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D0CB0D6B-E7B0-4822-BED8-BD73FE5C4547}" type="pres">
      <dgm:prSet presAssocID="{C7AB97F2-E3BE-4032-AAF4-AB5E68725B4F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9DAFA2D-994E-4E12-8400-6C315CDCE927}" type="pres">
      <dgm:prSet presAssocID="{C7AB97F2-E3BE-4032-AAF4-AB5E68725B4F}" presName="dummy" presStyleCnt="0"/>
      <dgm:spPr/>
    </dgm:pt>
    <dgm:pt modelId="{4F2E45E4-9660-4F65-9AF1-B3D84176F522}" type="pres">
      <dgm:prSet presAssocID="{8F36CC1A-63E6-4967-B5BB-FE000F69643F}" presName="sibTrans" presStyleLbl="sibTrans2D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3F8D31EA-1479-4729-86A1-20FB55C90A06}" type="pres">
      <dgm:prSet presAssocID="{E413B17F-CF40-4300-9D30-915F20A95BF8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D07521D-1316-4142-A105-0F6D796783A9}" type="pres">
      <dgm:prSet presAssocID="{E413B17F-CF40-4300-9D30-915F20A95BF8}" presName="dummy" presStyleCnt="0"/>
      <dgm:spPr/>
    </dgm:pt>
    <dgm:pt modelId="{F101FC69-1985-4958-A357-3048464F56A7}" type="pres">
      <dgm:prSet presAssocID="{83B5A9B3-6141-4537-80B0-1CCA67950722}" presName="sibTrans" presStyleLbl="sibTrans2D1" presStyleIdx="3" presStyleCnt="4"/>
      <dgm:spPr/>
      <dgm:t>
        <a:bodyPr/>
        <a:lstStyle/>
        <a:p>
          <a:pPr latinLnBrk="1"/>
          <a:endParaRPr lang="ko-KR" altLang="en-US"/>
        </a:p>
      </dgm:t>
    </dgm:pt>
  </dgm:ptLst>
  <dgm:cxnLst>
    <dgm:cxn modelId="{DD70705F-896D-4EE7-A7E1-56E2F710217A}" srcId="{083F389F-19BF-4F56-BDEC-7784FFD91F59}" destId="{972596FA-8EBF-4FDF-83F9-3B35B8654BC1}" srcOrd="0" destOrd="0" parTransId="{F61104A1-9DC1-4EDB-B601-8267A8788FE1}" sibTransId="{DBA5B527-A344-44B4-8149-F5A8361B0344}"/>
    <dgm:cxn modelId="{EE22E6D6-8F11-4EFA-9946-F07232F3C6C4}" type="presOf" srcId="{91F9816B-51B2-4251-9E32-356EC29FB5F0}" destId="{E48B6B85-454C-4687-84C3-694533CDD419}" srcOrd="0" destOrd="0" presId="urn:microsoft.com/office/officeart/2005/8/layout/radial6"/>
    <dgm:cxn modelId="{DC6E63B4-497B-4C23-9CD0-BF654E35C300}" srcId="{972596FA-8EBF-4FDF-83F9-3B35B8654BC1}" destId="{CEA8E88A-A5D0-4872-8E74-72F7BFF66D93}" srcOrd="0" destOrd="0" parTransId="{D4EE72BB-6643-4E31-A66B-02314360B8CA}" sibTransId="{6AB3AD71-C949-4D4E-8730-D16B32B85FB9}"/>
    <dgm:cxn modelId="{0C039594-E72E-4E7A-9F01-F97546B5F4AB}" type="presOf" srcId="{83B5A9B3-6141-4537-80B0-1CCA67950722}" destId="{F101FC69-1985-4958-A357-3048464F56A7}" srcOrd="0" destOrd="0" presId="urn:microsoft.com/office/officeart/2005/8/layout/radial6"/>
    <dgm:cxn modelId="{FA32B8D2-890F-460D-9D51-E9372DFAAB81}" type="presOf" srcId="{E413B17F-CF40-4300-9D30-915F20A95BF8}" destId="{3F8D31EA-1479-4729-86A1-20FB55C90A06}" srcOrd="0" destOrd="0" presId="urn:microsoft.com/office/officeart/2005/8/layout/radial6"/>
    <dgm:cxn modelId="{44F342DF-7C26-4F9E-A8B8-D327E75BA3D0}" type="presOf" srcId="{972596FA-8EBF-4FDF-83F9-3B35B8654BC1}" destId="{F584D99B-0CCD-43F7-BD00-95D85E01852B}" srcOrd="0" destOrd="0" presId="urn:microsoft.com/office/officeart/2005/8/layout/radial6"/>
    <dgm:cxn modelId="{D87318E0-2778-40DD-9960-F3C38A424D3C}" srcId="{972596FA-8EBF-4FDF-83F9-3B35B8654BC1}" destId="{E413B17F-CF40-4300-9D30-915F20A95BF8}" srcOrd="3" destOrd="0" parTransId="{816DF56C-129D-4015-8D83-0441870DD301}" sibTransId="{83B5A9B3-6141-4537-80B0-1CCA67950722}"/>
    <dgm:cxn modelId="{91AA97E7-91A2-499A-BBAD-ED783C7C1C14}" srcId="{972596FA-8EBF-4FDF-83F9-3B35B8654BC1}" destId="{F3033849-6C5B-4997-8A04-DDDE9A6A3EE5}" srcOrd="1" destOrd="0" parTransId="{710D4B9B-A2CF-4522-8C3F-9AB97053676C}" sibTransId="{91F9816B-51B2-4251-9E32-356EC29FB5F0}"/>
    <dgm:cxn modelId="{6BF9B66C-5264-460F-B53D-CC8D12E9BF68}" type="presOf" srcId="{CEA8E88A-A5D0-4872-8E74-72F7BFF66D93}" destId="{DB2A7BE5-3FB7-4DEF-9937-9321C28DF38E}" srcOrd="0" destOrd="0" presId="urn:microsoft.com/office/officeart/2005/8/layout/radial6"/>
    <dgm:cxn modelId="{894A9323-028D-48A2-9DCD-E5813549239C}" type="presOf" srcId="{083F389F-19BF-4F56-BDEC-7784FFD91F59}" destId="{1E9FF058-C903-4519-B5F8-A8F004116B9E}" srcOrd="0" destOrd="0" presId="urn:microsoft.com/office/officeart/2005/8/layout/radial6"/>
    <dgm:cxn modelId="{CDF25F29-395F-4DED-9C7E-AADC66FBABF7}" type="presOf" srcId="{C7AB97F2-E3BE-4032-AAF4-AB5E68725B4F}" destId="{D0CB0D6B-E7B0-4822-BED8-BD73FE5C4547}" srcOrd="0" destOrd="0" presId="urn:microsoft.com/office/officeart/2005/8/layout/radial6"/>
    <dgm:cxn modelId="{89C4D6BC-D253-4255-9007-649CF68F526D}" type="presOf" srcId="{6AB3AD71-C949-4D4E-8730-D16B32B85FB9}" destId="{92C6DE82-A761-4E33-B62E-B13D3106206C}" srcOrd="0" destOrd="0" presId="urn:microsoft.com/office/officeart/2005/8/layout/radial6"/>
    <dgm:cxn modelId="{0A89B389-BF7B-4E1D-BBE0-0F852EE2C6A6}" type="presOf" srcId="{8F36CC1A-63E6-4967-B5BB-FE000F69643F}" destId="{4F2E45E4-9660-4F65-9AF1-B3D84176F522}" srcOrd="0" destOrd="0" presId="urn:microsoft.com/office/officeart/2005/8/layout/radial6"/>
    <dgm:cxn modelId="{69283868-BF94-47E7-8F4E-B11A54F0085E}" srcId="{972596FA-8EBF-4FDF-83F9-3B35B8654BC1}" destId="{C7AB97F2-E3BE-4032-AAF4-AB5E68725B4F}" srcOrd="2" destOrd="0" parTransId="{ED7A309B-F652-49BC-B6FD-DD52B7F5AFF5}" sibTransId="{8F36CC1A-63E6-4967-B5BB-FE000F69643F}"/>
    <dgm:cxn modelId="{20C7DF4F-3C5B-412F-B9C9-5A13EBAE0264}" type="presOf" srcId="{F3033849-6C5B-4997-8A04-DDDE9A6A3EE5}" destId="{252BEAA9-5213-477F-BF57-16A2D7AB22A4}" srcOrd="0" destOrd="0" presId="urn:microsoft.com/office/officeart/2005/8/layout/radial6"/>
    <dgm:cxn modelId="{26092B93-1C19-44F7-A622-FAE28F36E37A}" type="presParOf" srcId="{1E9FF058-C903-4519-B5F8-A8F004116B9E}" destId="{F584D99B-0CCD-43F7-BD00-95D85E01852B}" srcOrd="0" destOrd="0" presId="urn:microsoft.com/office/officeart/2005/8/layout/radial6"/>
    <dgm:cxn modelId="{F8CDD984-A6A1-490C-A2F9-1394B1A76FB3}" type="presParOf" srcId="{1E9FF058-C903-4519-B5F8-A8F004116B9E}" destId="{DB2A7BE5-3FB7-4DEF-9937-9321C28DF38E}" srcOrd="1" destOrd="0" presId="urn:microsoft.com/office/officeart/2005/8/layout/radial6"/>
    <dgm:cxn modelId="{33D305EA-F0D4-4D27-9D0F-5286954F8C6C}" type="presParOf" srcId="{1E9FF058-C903-4519-B5F8-A8F004116B9E}" destId="{FBE0796A-0067-4FCE-AC93-A96047B11285}" srcOrd="2" destOrd="0" presId="urn:microsoft.com/office/officeart/2005/8/layout/radial6"/>
    <dgm:cxn modelId="{FEA65577-3025-45E3-96CB-86A478C2CDBA}" type="presParOf" srcId="{1E9FF058-C903-4519-B5F8-A8F004116B9E}" destId="{92C6DE82-A761-4E33-B62E-B13D3106206C}" srcOrd="3" destOrd="0" presId="urn:microsoft.com/office/officeart/2005/8/layout/radial6"/>
    <dgm:cxn modelId="{718B4B79-515A-4DAE-8249-1E786AEAF1A0}" type="presParOf" srcId="{1E9FF058-C903-4519-B5F8-A8F004116B9E}" destId="{252BEAA9-5213-477F-BF57-16A2D7AB22A4}" srcOrd="4" destOrd="0" presId="urn:microsoft.com/office/officeart/2005/8/layout/radial6"/>
    <dgm:cxn modelId="{BA69A26A-8518-40FC-96D7-6D3482C23647}" type="presParOf" srcId="{1E9FF058-C903-4519-B5F8-A8F004116B9E}" destId="{ABF9E574-5A19-4C55-B607-3E043739ACFB}" srcOrd="5" destOrd="0" presId="urn:microsoft.com/office/officeart/2005/8/layout/radial6"/>
    <dgm:cxn modelId="{64139D34-81D2-44F7-A016-C02551D2A676}" type="presParOf" srcId="{1E9FF058-C903-4519-B5F8-A8F004116B9E}" destId="{E48B6B85-454C-4687-84C3-694533CDD419}" srcOrd="6" destOrd="0" presId="urn:microsoft.com/office/officeart/2005/8/layout/radial6"/>
    <dgm:cxn modelId="{AB5B06D9-C1B4-4B54-A751-E8C82291DEF4}" type="presParOf" srcId="{1E9FF058-C903-4519-B5F8-A8F004116B9E}" destId="{D0CB0D6B-E7B0-4822-BED8-BD73FE5C4547}" srcOrd="7" destOrd="0" presId="urn:microsoft.com/office/officeart/2005/8/layout/radial6"/>
    <dgm:cxn modelId="{A680AB07-95DC-464D-9A43-A8559EFC8885}" type="presParOf" srcId="{1E9FF058-C903-4519-B5F8-A8F004116B9E}" destId="{C9DAFA2D-994E-4E12-8400-6C315CDCE927}" srcOrd="8" destOrd="0" presId="urn:microsoft.com/office/officeart/2005/8/layout/radial6"/>
    <dgm:cxn modelId="{56B15AEE-FD97-4DCE-AEDE-7FDF004409BE}" type="presParOf" srcId="{1E9FF058-C903-4519-B5F8-A8F004116B9E}" destId="{4F2E45E4-9660-4F65-9AF1-B3D84176F522}" srcOrd="9" destOrd="0" presId="urn:microsoft.com/office/officeart/2005/8/layout/radial6"/>
    <dgm:cxn modelId="{A05AE8E7-FCCB-4077-B361-55CF6A4F4AE2}" type="presParOf" srcId="{1E9FF058-C903-4519-B5F8-A8F004116B9E}" destId="{3F8D31EA-1479-4729-86A1-20FB55C90A06}" srcOrd="10" destOrd="0" presId="urn:microsoft.com/office/officeart/2005/8/layout/radial6"/>
    <dgm:cxn modelId="{7BBD7906-08FA-4029-A2FA-87EE691B336C}" type="presParOf" srcId="{1E9FF058-C903-4519-B5F8-A8F004116B9E}" destId="{CD07521D-1316-4142-A105-0F6D796783A9}" srcOrd="11" destOrd="0" presId="urn:microsoft.com/office/officeart/2005/8/layout/radial6"/>
    <dgm:cxn modelId="{E2FDFE12-040F-4A1E-A41F-28C8B1665E61}" type="presParOf" srcId="{1E9FF058-C903-4519-B5F8-A8F004116B9E}" destId="{F101FC69-1985-4958-A357-3048464F56A7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E21DAB1-7A6A-453D-A2D0-34E5D7BA3A42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32047703-9661-42A9-A153-354C76F37555}">
      <dgm:prSet phldrT="[텍스트]"/>
      <dgm:spPr>
        <a:solidFill>
          <a:schemeClr val="accent3"/>
        </a:solidFill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en-US" b="1" dirty="0" smtClean="0"/>
            <a:t>Maintenance</a:t>
          </a:r>
          <a:endParaRPr lang="ko-KR" altLang="en-US" dirty="0"/>
        </a:p>
      </dgm:t>
    </dgm:pt>
    <dgm:pt modelId="{3F3D008E-B8DF-485A-87F7-BC408FEA3F83}" type="parTrans" cxnId="{7F7CE0CB-C803-4AA8-BB95-CA5A5EDC7C29}">
      <dgm:prSet/>
      <dgm:spPr/>
      <dgm:t>
        <a:bodyPr/>
        <a:lstStyle/>
        <a:p>
          <a:pPr latinLnBrk="1"/>
          <a:endParaRPr lang="ko-KR" altLang="en-US"/>
        </a:p>
      </dgm:t>
    </dgm:pt>
    <dgm:pt modelId="{0680782F-5BFB-4486-8D14-97BCCDE000AF}" type="sibTrans" cxnId="{7F7CE0CB-C803-4AA8-BB95-CA5A5EDC7C29}">
      <dgm:prSet/>
      <dgm:spPr/>
      <dgm:t>
        <a:bodyPr/>
        <a:lstStyle/>
        <a:p>
          <a:pPr latinLnBrk="1"/>
          <a:endParaRPr lang="ko-KR" altLang="en-US"/>
        </a:p>
      </dgm:t>
    </dgm:pt>
    <dgm:pt modelId="{EB3FAD7D-C01E-44FA-9212-00EF7761CF07}">
      <dgm:prSet phldrT="[텍스트]"/>
      <dgm:spPr/>
      <dgm:t>
        <a:bodyPr/>
        <a:lstStyle/>
        <a:p>
          <a:pPr latinLnBrk="1"/>
          <a:r>
            <a:rPr lang="ko-KR" altLang="en-US" dirty="0" smtClean="0"/>
            <a:t>㈜엘비젼</a:t>
          </a:r>
          <a:endParaRPr lang="ko-KR" altLang="en-US" dirty="0"/>
        </a:p>
      </dgm:t>
    </dgm:pt>
    <dgm:pt modelId="{95C376E0-3CB6-4844-B967-3AF763DD2397}" type="parTrans" cxnId="{A9444D09-DE05-4974-8D20-0DC70BDFA6FC}">
      <dgm:prSet/>
      <dgm:spPr/>
      <dgm:t>
        <a:bodyPr/>
        <a:lstStyle/>
        <a:p>
          <a:pPr latinLnBrk="1"/>
          <a:endParaRPr lang="ko-KR" altLang="en-US" dirty="0"/>
        </a:p>
      </dgm:t>
    </dgm:pt>
    <dgm:pt modelId="{CFF96E86-9BF2-4228-A141-680AE247DF10}" type="sibTrans" cxnId="{A9444D09-DE05-4974-8D20-0DC70BDFA6FC}">
      <dgm:prSet/>
      <dgm:spPr/>
      <dgm:t>
        <a:bodyPr/>
        <a:lstStyle/>
        <a:p>
          <a:pPr latinLnBrk="1"/>
          <a:endParaRPr lang="ko-KR" altLang="en-US"/>
        </a:p>
      </dgm:t>
    </dgm:pt>
    <dgm:pt modelId="{3D822051-57AA-4378-973A-D88ED85D66E4}">
      <dgm:prSet phldrT="[텍스트]"/>
      <dgm:spPr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ko-KR" altLang="en-US" b="1" dirty="0" smtClean="0"/>
            <a:t>공급</a:t>
          </a:r>
          <a:endParaRPr lang="ko-KR" altLang="en-US" b="1" dirty="0"/>
        </a:p>
      </dgm:t>
    </dgm:pt>
    <dgm:pt modelId="{81439DF6-DA24-4DCC-8D15-BD5F350371EC}" type="parTrans" cxnId="{03B198AB-A2BA-482C-976A-36979C4FE65B}">
      <dgm:prSet/>
      <dgm:spPr/>
      <dgm:t>
        <a:bodyPr/>
        <a:lstStyle/>
        <a:p>
          <a:pPr latinLnBrk="1"/>
          <a:endParaRPr lang="ko-KR" altLang="en-US"/>
        </a:p>
      </dgm:t>
    </dgm:pt>
    <dgm:pt modelId="{D8B80EEE-1837-48A8-B846-0E3C23E9B570}" type="sibTrans" cxnId="{03B198AB-A2BA-482C-976A-36979C4FE65B}">
      <dgm:prSet/>
      <dgm:spPr/>
      <dgm:t>
        <a:bodyPr/>
        <a:lstStyle/>
        <a:p>
          <a:pPr latinLnBrk="1"/>
          <a:endParaRPr lang="ko-KR" altLang="en-US"/>
        </a:p>
      </dgm:t>
    </dgm:pt>
    <dgm:pt modelId="{2E0EADAA-A961-45D6-B10A-66069622FDA1}">
      <dgm:prSet phldrT="[텍스트]"/>
      <dgm:spPr/>
      <dgm:t>
        <a:bodyPr/>
        <a:lstStyle/>
        <a:p>
          <a:pPr latinLnBrk="1"/>
          <a:r>
            <a:rPr lang="ko-KR" altLang="en-US" dirty="0" smtClean="0"/>
            <a:t>㈜엘비젼</a:t>
          </a:r>
          <a:endParaRPr lang="ko-KR" altLang="en-US" dirty="0"/>
        </a:p>
      </dgm:t>
    </dgm:pt>
    <dgm:pt modelId="{E5CC8C91-1C09-4620-AED4-283C3FD33882}" type="parTrans" cxnId="{73C693A7-7370-41B5-ACF2-1883B974CC49}">
      <dgm:prSet/>
      <dgm:spPr/>
      <dgm:t>
        <a:bodyPr/>
        <a:lstStyle/>
        <a:p>
          <a:pPr latinLnBrk="1"/>
          <a:endParaRPr lang="ko-KR" altLang="en-US" dirty="0"/>
        </a:p>
      </dgm:t>
    </dgm:pt>
    <dgm:pt modelId="{C1DD0AA1-E619-47F6-A27B-29B5082D6A9F}" type="sibTrans" cxnId="{73C693A7-7370-41B5-ACF2-1883B974CC49}">
      <dgm:prSet/>
      <dgm:spPr/>
      <dgm:t>
        <a:bodyPr/>
        <a:lstStyle/>
        <a:p>
          <a:pPr latinLnBrk="1"/>
          <a:endParaRPr lang="ko-KR" altLang="en-US"/>
        </a:p>
      </dgm:t>
    </dgm:pt>
    <dgm:pt modelId="{708C9423-FA7A-44FE-BEF2-B6988FD43483}">
      <dgm:prSet phldrT="[텍스트]"/>
      <dgm:spPr/>
      <dgm:t>
        <a:bodyPr/>
        <a:lstStyle/>
        <a:p>
          <a:pPr latinLnBrk="1"/>
          <a:r>
            <a:rPr lang="ko-KR" altLang="en-US" dirty="0" smtClean="0"/>
            <a:t>㈜플레임</a:t>
          </a:r>
          <a:endParaRPr lang="en-US" altLang="ko-KR" dirty="0" smtClean="0"/>
        </a:p>
      </dgm:t>
    </dgm:pt>
    <dgm:pt modelId="{690925CC-897E-4196-A90F-185CA7FAEA55}" type="parTrans" cxnId="{8B84404B-2DB5-4EE7-9372-C96D382683FA}">
      <dgm:prSet/>
      <dgm:spPr/>
      <dgm:t>
        <a:bodyPr/>
        <a:lstStyle/>
        <a:p>
          <a:pPr latinLnBrk="1"/>
          <a:endParaRPr lang="ko-KR" altLang="en-US" dirty="0"/>
        </a:p>
      </dgm:t>
    </dgm:pt>
    <dgm:pt modelId="{43CCA331-8986-4CC3-8A7B-42241A79F824}" type="sibTrans" cxnId="{8B84404B-2DB5-4EE7-9372-C96D382683FA}">
      <dgm:prSet/>
      <dgm:spPr/>
      <dgm:t>
        <a:bodyPr/>
        <a:lstStyle/>
        <a:p>
          <a:pPr latinLnBrk="1"/>
          <a:endParaRPr lang="ko-KR" altLang="en-US"/>
        </a:p>
      </dgm:t>
    </dgm:pt>
    <dgm:pt modelId="{6887D38B-0531-4828-9F98-3178B6A757A2}">
      <dgm:prSet/>
      <dgm:spPr>
        <a:solidFill>
          <a:schemeClr val="accent4">
            <a:lumMod val="60000"/>
            <a:lumOff val="40000"/>
          </a:schemeClr>
        </a:solidFill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en-US" altLang="ko-KR" b="1" dirty="0" smtClean="0"/>
            <a:t>SI/SM</a:t>
          </a:r>
          <a:endParaRPr lang="en-US" altLang="ko-KR" b="1" dirty="0"/>
        </a:p>
      </dgm:t>
    </dgm:pt>
    <dgm:pt modelId="{049AD60B-3AE0-403A-875A-A456AA63A0BE}" type="parTrans" cxnId="{BBA156BB-2568-4C19-8DA1-6BAA3E650E0B}">
      <dgm:prSet/>
      <dgm:spPr/>
      <dgm:t>
        <a:bodyPr/>
        <a:lstStyle/>
        <a:p>
          <a:pPr latinLnBrk="1"/>
          <a:endParaRPr lang="ko-KR" altLang="en-US"/>
        </a:p>
      </dgm:t>
    </dgm:pt>
    <dgm:pt modelId="{88C8B7DC-ACD6-4E83-A292-AEACDF9F2529}" type="sibTrans" cxnId="{BBA156BB-2568-4C19-8DA1-6BAA3E650E0B}">
      <dgm:prSet/>
      <dgm:spPr/>
      <dgm:t>
        <a:bodyPr/>
        <a:lstStyle/>
        <a:p>
          <a:pPr latinLnBrk="1"/>
          <a:endParaRPr lang="ko-KR" altLang="en-US"/>
        </a:p>
      </dgm:t>
    </dgm:pt>
    <dgm:pt modelId="{BA3F110F-64F0-406F-8BBF-D5B9891FF6EA}">
      <dgm:prSet/>
      <dgm:spPr/>
      <dgm:t>
        <a:bodyPr/>
        <a:lstStyle/>
        <a:p>
          <a:pPr latinLnBrk="1"/>
          <a:r>
            <a:rPr lang="ko-KR" altLang="en-US" dirty="0" smtClean="0"/>
            <a:t>㈜삼정건설</a:t>
          </a:r>
          <a:endParaRPr lang="en-US" altLang="ko-KR" dirty="0"/>
        </a:p>
      </dgm:t>
    </dgm:pt>
    <dgm:pt modelId="{1BB8BCB4-9DED-4DEA-8E8E-DD5331E92019}" type="parTrans" cxnId="{CBB7EB8C-C2A1-4C15-82F9-09CAE627E557}">
      <dgm:prSet/>
      <dgm:spPr/>
      <dgm:t>
        <a:bodyPr/>
        <a:lstStyle/>
        <a:p>
          <a:pPr latinLnBrk="1"/>
          <a:endParaRPr lang="ko-KR" altLang="en-US" dirty="0"/>
        </a:p>
      </dgm:t>
    </dgm:pt>
    <dgm:pt modelId="{6C1C945C-2883-4FE6-8EC3-D19CC107828D}" type="sibTrans" cxnId="{CBB7EB8C-C2A1-4C15-82F9-09CAE627E557}">
      <dgm:prSet/>
      <dgm:spPr/>
      <dgm:t>
        <a:bodyPr/>
        <a:lstStyle/>
        <a:p>
          <a:pPr latinLnBrk="1"/>
          <a:endParaRPr lang="ko-KR" altLang="en-US"/>
        </a:p>
      </dgm:t>
    </dgm:pt>
    <dgm:pt modelId="{FC2CD077-6289-4542-A22A-F1B820FA070F}">
      <dgm:prSet/>
      <dgm:spPr/>
      <dgm:t>
        <a:bodyPr/>
        <a:lstStyle/>
        <a:p>
          <a:pPr latinLnBrk="1"/>
          <a:r>
            <a:rPr lang="ko-KR" altLang="en-US" dirty="0" smtClean="0"/>
            <a:t>㈜삼정주택</a:t>
          </a:r>
          <a:endParaRPr lang="en-US" altLang="ko-KR" dirty="0"/>
        </a:p>
      </dgm:t>
    </dgm:pt>
    <dgm:pt modelId="{39052773-944E-45F7-B7CB-F31AA06A1015}" type="parTrans" cxnId="{D0207E0B-3BD7-4C01-B03B-8AC331BF1764}">
      <dgm:prSet/>
      <dgm:spPr/>
      <dgm:t>
        <a:bodyPr/>
        <a:lstStyle/>
        <a:p>
          <a:pPr latinLnBrk="1"/>
          <a:endParaRPr lang="ko-KR" altLang="en-US" dirty="0"/>
        </a:p>
      </dgm:t>
    </dgm:pt>
    <dgm:pt modelId="{6CC0A4E8-479A-48D7-A6CA-53ECAD5C6DC7}" type="sibTrans" cxnId="{D0207E0B-3BD7-4C01-B03B-8AC331BF1764}">
      <dgm:prSet/>
      <dgm:spPr/>
      <dgm:t>
        <a:bodyPr/>
        <a:lstStyle/>
        <a:p>
          <a:pPr latinLnBrk="1"/>
          <a:endParaRPr lang="ko-KR" altLang="en-US"/>
        </a:p>
      </dgm:t>
    </dgm:pt>
    <dgm:pt modelId="{0D2CF4FE-9193-4E1A-8F3A-CAAC9FF609B1}">
      <dgm:prSet phldrT="[텍스트]"/>
      <dgm:spPr/>
      <dgm:t>
        <a:bodyPr/>
        <a:lstStyle/>
        <a:p>
          <a:pPr latinLnBrk="1"/>
          <a:r>
            <a:rPr lang="ko-KR" altLang="en-US" dirty="0" smtClean="0"/>
            <a:t>삼정인터내셔날㈜</a:t>
          </a:r>
          <a:endParaRPr lang="en-US" altLang="ko-KR" dirty="0" smtClean="0"/>
        </a:p>
      </dgm:t>
    </dgm:pt>
    <dgm:pt modelId="{E4B807B6-0E09-4B89-A2CF-DB5A2452D203}" type="parTrans" cxnId="{B803F5F6-E4A9-4575-8AC5-7328B5C64619}">
      <dgm:prSet/>
      <dgm:spPr/>
      <dgm:t>
        <a:bodyPr/>
        <a:lstStyle/>
        <a:p>
          <a:pPr latinLnBrk="1"/>
          <a:endParaRPr lang="ko-KR" altLang="en-US" dirty="0"/>
        </a:p>
      </dgm:t>
    </dgm:pt>
    <dgm:pt modelId="{2997E6C3-790A-4636-8C00-9D8CEF62DA23}" type="sibTrans" cxnId="{B803F5F6-E4A9-4575-8AC5-7328B5C64619}">
      <dgm:prSet/>
      <dgm:spPr/>
      <dgm:t>
        <a:bodyPr/>
        <a:lstStyle/>
        <a:p>
          <a:pPr latinLnBrk="1"/>
          <a:endParaRPr lang="ko-KR" altLang="en-US"/>
        </a:p>
      </dgm:t>
    </dgm:pt>
    <dgm:pt modelId="{E2F780E4-D50F-4098-99B4-89709CEE2715}">
      <dgm:prSet phldrT="[텍스트]"/>
      <dgm:spPr/>
      <dgm:t>
        <a:bodyPr/>
        <a:lstStyle/>
        <a:p>
          <a:pPr latinLnBrk="1"/>
          <a:r>
            <a:rPr lang="ko-KR" altLang="en-US" dirty="0" smtClean="0"/>
            <a:t>삼성전자</a:t>
          </a:r>
          <a:endParaRPr lang="en-US" altLang="ko-KR" dirty="0" smtClean="0"/>
        </a:p>
      </dgm:t>
    </dgm:pt>
    <dgm:pt modelId="{164AB98F-1D5D-4382-8127-168ED262B903}" type="parTrans" cxnId="{E2396F61-CCFE-42D2-A3E6-6CD70C51FC4F}">
      <dgm:prSet/>
      <dgm:spPr/>
      <dgm:t>
        <a:bodyPr/>
        <a:lstStyle/>
        <a:p>
          <a:pPr latinLnBrk="1"/>
          <a:endParaRPr lang="ko-KR" altLang="en-US" dirty="0"/>
        </a:p>
      </dgm:t>
    </dgm:pt>
    <dgm:pt modelId="{25F5D1B4-3221-4505-A12C-293205C377AE}" type="sibTrans" cxnId="{E2396F61-CCFE-42D2-A3E6-6CD70C51FC4F}">
      <dgm:prSet/>
      <dgm:spPr/>
      <dgm:t>
        <a:bodyPr/>
        <a:lstStyle/>
        <a:p>
          <a:pPr latinLnBrk="1"/>
          <a:endParaRPr lang="ko-KR" altLang="en-US"/>
        </a:p>
      </dgm:t>
    </dgm:pt>
    <dgm:pt modelId="{D1FFBDB2-C4DB-4F19-9807-FDA16DB79592}">
      <dgm:prSet phldrT="[텍스트]"/>
      <dgm:spPr>
        <a:solidFill>
          <a:schemeClr val="bg2">
            <a:lumMod val="75000"/>
          </a:schemeClr>
        </a:solidFill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ko-KR" altLang="en-US" b="1" dirty="0" smtClean="0"/>
            <a:t>인력</a:t>
          </a:r>
          <a:endParaRPr lang="en-US" altLang="ko-KR" b="1" dirty="0" smtClean="0"/>
        </a:p>
      </dgm:t>
    </dgm:pt>
    <dgm:pt modelId="{8F6843FE-6705-4D7B-B8A8-05C9055FE407}" type="parTrans" cxnId="{3A93C837-B266-42E2-9DE7-FEE6766E56CB}">
      <dgm:prSet/>
      <dgm:spPr/>
      <dgm:t>
        <a:bodyPr/>
        <a:lstStyle/>
        <a:p>
          <a:pPr latinLnBrk="1"/>
          <a:endParaRPr lang="ko-KR" altLang="en-US"/>
        </a:p>
      </dgm:t>
    </dgm:pt>
    <dgm:pt modelId="{39930908-22D9-47F8-80EA-A0EB717C2977}" type="sibTrans" cxnId="{3A93C837-B266-42E2-9DE7-FEE6766E56CB}">
      <dgm:prSet/>
      <dgm:spPr/>
      <dgm:t>
        <a:bodyPr/>
        <a:lstStyle/>
        <a:p>
          <a:pPr latinLnBrk="1"/>
          <a:endParaRPr lang="ko-KR" altLang="en-US"/>
        </a:p>
      </dgm:t>
    </dgm:pt>
    <dgm:pt modelId="{6A9D483D-C785-4740-8E39-7771F29CF2F0}">
      <dgm:prSet phldrT="[텍스트]"/>
      <dgm:spPr/>
      <dgm:t>
        <a:bodyPr/>
        <a:lstStyle/>
        <a:p>
          <a:pPr latinLnBrk="1"/>
          <a:r>
            <a:rPr lang="ko-KR" altLang="en-US" dirty="0" smtClean="0"/>
            <a:t>흥국생명</a:t>
          </a:r>
          <a:endParaRPr lang="en-US" altLang="ko-KR" dirty="0" smtClean="0"/>
        </a:p>
      </dgm:t>
    </dgm:pt>
    <dgm:pt modelId="{E5E1963E-6566-4F80-81C0-01C43D60EF88}" type="parTrans" cxnId="{EAA0656A-CDE6-4EDE-8F43-DACD55B5FB2D}">
      <dgm:prSet/>
      <dgm:spPr/>
      <dgm:t>
        <a:bodyPr/>
        <a:lstStyle/>
        <a:p>
          <a:pPr latinLnBrk="1"/>
          <a:endParaRPr lang="ko-KR" altLang="en-US" dirty="0"/>
        </a:p>
      </dgm:t>
    </dgm:pt>
    <dgm:pt modelId="{9E156A82-0786-44A4-8781-0EBA5F0775C4}" type="sibTrans" cxnId="{EAA0656A-CDE6-4EDE-8F43-DACD55B5FB2D}">
      <dgm:prSet/>
      <dgm:spPr/>
      <dgm:t>
        <a:bodyPr/>
        <a:lstStyle/>
        <a:p>
          <a:pPr latinLnBrk="1"/>
          <a:endParaRPr lang="ko-KR" altLang="en-US"/>
        </a:p>
      </dgm:t>
    </dgm:pt>
    <dgm:pt modelId="{0D3E20ED-60ED-4CF0-A5B7-E6657FC52FCE}">
      <dgm:prSet phldrT="[텍스트]"/>
      <dgm:spPr/>
      <dgm:t>
        <a:bodyPr/>
        <a:lstStyle/>
        <a:p>
          <a:pPr latinLnBrk="1"/>
          <a:r>
            <a:rPr lang="ko-KR" altLang="en-US" dirty="0" smtClean="0"/>
            <a:t>국민은행</a:t>
          </a:r>
          <a:endParaRPr lang="en-US" altLang="ko-KR" dirty="0" smtClean="0"/>
        </a:p>
      </dgm:t>
    </dgm:pt>
    <dgm:pt modelId="{AB264C05-A4D9-4500-9FE7-8B20088BC00E}" type="parTrans" cxnId="{ED182233-6320-4B99-AE7B-63B6944497DE}">
      <dgm:prSet/>
      <dgm:spPr/>
      <dgm:t>
        <a:bodyPr/>
        <a:lstStyle/>
        <a:p>
          <a:pPr latinLnBrk="1"/>
          <a:endParaRPr lang="ko-KR" altLang="en-US" dirty="0"/>
        </a:p>
      </dgm:t>
    </dgm:pt>
    <dgm:pt modelId="{24BC8A66-4549-483A-A834-28E4C106F8C0}" type="sibTrans" cxnId="{ED182233-6320-4B99-AE7B-63B6944497DE}">
      <dgm:prSet/>
      <dgm:spPr/>
      <dgm:t>
        <a:bodyPr/>
        <a:lstStyle/>
        <a:p>
          <a:pPr latinLnBrk="1"/>
          <a:endParaRPr lang="ko-KR" altLang="en-US"/>
        </a:p>
      </dgm:t>
    </dgm:pt>
    <dgm:pt modelId="{FCFC46A8-2465-4525-A06E-EA43220D9F1A}" type="pres">
      <dgm:prSet presAssocID="{BE21DAB1-7A6A-453D-A2D0-34E5D7BA3A4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70BF813-D4C5-4A77-BE28-44F54E75861D}" type="pres">
      <dgm:prSet presAssocID="{32047703-9661-42A9-A153-354C76F37555}" presName="root" presStyleCnt="0"/>
      <dgm:spPr/>
    </dgm:pt>
    <dgm:pt modelId="{48EF572F-904A-45E1-AAA6-5FFD6199A586}" type="pres">
      <dgm:prSet presAssocID="{32047703-9661-42A9-A153-354C76F37555}" presName="rootComposite" presStyleCnt="0"/>
      <dgm:spPr/>
    </dgm:pt>
    <dgm:pt modelId="{F74AF56A-9FC1-4690-861E-FB9345977572}" type="pres">
      <dgm:prSet presAssocID="{32047703-9661-42A9-A153-354C76F37555}" presName="rootText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1BACF971-01C0-4858-95C9-DB5472990634}" type="pres">
      <dgm:prSet presAssocID="{32047703-9661-42A9-A153-354C76F37555}" presName="rootConnector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A5EAD414-C7D0-4AE5-9E7F-DE8DD8BE4CB1}" type="pres">
      <dgm:prSet presAssocID="{32047703-9661-42A9-A153-354C76F37555}" presName="childShape" presStyleCnt="0"/>
      <dgm:spPr/>
    </dgm:pt>
    <dgm:pt modelId="{89E6F937-43D8-44BA-87F3-6C09828A9F9B}" type="pres">
      <dgm:prSet presAssocID="{95C376E0-3CB6-4844-B967-3AF763DD2397}" presName="Name13" presStyleLbl="parChTrans1D2" presStyleIdx="0" presStyleCnt="9"/>
      <dgm:spPr/>
      <dgm:t>
        <a:bodyPr/>
        <a:lstStyle/>
        <a:p>
          <a:pPr latinLnBrk="1"/>
          <a:endParaRPr lang="ko-KR" altLang="en-US"/>
        </a:p>
      </dgm:t>
    </dgm:pt>
    <dgm:pt modelId="{F7DB31EA-8D45-4F4E-A038-E6535FA58AF9}" type="pres">
      <dgm:prSet presAssocID="{EB3FAD7D-C01E-44FA-9212-00EF7761CF07}" presName="childText" presStyleLbl="bgAcc1" presStyleIdx="0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1742289-C9EF-4A66-AA23-3F1974042281}" type="pres">
      <dgm:prSet presAssocID="{6887D38B-0531-4828-9F98-3178B6A757A2}" presName="root" presStyleCnt="0"/>
      <dgm:spPr/>
    </dgm:pt>
    <dgm:pt modelId="{C10550E6-35F5-4734-B503-57CB9E652B5A}" type="pres">
      <dgm:prSet presAssocID="{6887D38B-0531-4828-9F98-3178B6A757A2}" presName="rootComposite" presStyleCnt="0"/>
      <dgm:spPr/>
    </dgm:pt>
    <dgm:pt modelId="{75DC1EBF-6BDE-49A8-9AC4-C58EA9E4745B}" type="pres">
      <dgm:prSet presAssocID="{6887D38B-0531-4828-9F98-3178B6A757A2}" presName="rootText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F2CDF322-5C16-4541-905D-CC742C0D8F60}" type="pres">
      <dgm:prSet presAssocID="{6887D38B-0531-4828-9F98-3178B6A757A2}" presName="rootConnector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26684A78-ED3B-4370-9646-941B2B10B966}" type="pres">
      <dgm:prSet presAssocID="{6887D38B-0531-4828-9F98-3178B6A757A2}" presName="childShape" presStyleCnt="0"/>
      <dgm:spPr/>
    </dgm:pt>
    <dgm:pt modelId="{CC0B277A-C125-4E25-BD3C-E6DBFFE5E78E}" type="pres">
      <dgm:prSet presAssocID="{1BB8BCB4-9DED-4DEA-8E8E-DD5331E92019}" presName="Name13" presStyleLbl="parChTrans1D2" presStyleIdx="1" presStyleCnt="9"/>
      <dgm:spPr/>
      <dgm:t>
        <a:bodyPr/>
        <a:lstStyle/>
        <a:p>
          <a:pPr latinLnBrk="1"/>
          <a:endParaRPr lang="ko-KR" altLang="en-US"/>
        </a:p>
      </dgm:t>
    </dgm:pt>
    <dgm:pt modelId="{9339612C-4997-4A25-BAAA-0ECE20DC6302}" type="pres">
      <dgm:prSet presAssocID="{BA3F110F-64F0-406F-8BBF-D5B9891FF6EA}" presName="childText" presStyleLbl="bgAcc1" presStyleIdx="1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FA3CCD3-41FC-4696-B591-ABBA2515323B}" type="pres">
      <dgm:prSet presAssocID="{39052773-944E-45F7-B7CB-F31AA06A1015}" presName="Name13" presStyleLbl="parChTrans1D2" presStyleIdx="2" presStyleCnt="9"/>
      <dgm:spPr/>
      <dgm:t>
        <a:bodyPr/>
        <a:lstStyle/>
        <a:p>
          <a:pPr latinLnBrk="1"/>
          <a:endParaRPr lang="ko-KR" altLang="en-US"/>
        </a:p>
      </dgm:t>
    </dgm:pt>
    <dgm:pt modelId="{BBA25343-27E9-4535-B9E0-98784A54BB32}" type="pres">
      <dgm:prSet presAssocID="{FC2CD077-6289-4542-A22A-F1B820FA070F}" presName="childText" presStyleLbl="bgAcc1" presStyleIdx="2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9AA5746-4A4E-412A-8E5A-13A2297AF601}" type="pres">
      <dgm:prSet presAssocID="{3D822051-57AA-4378-973A-D88ED85D66E4}" presName="root" presStyleCnt="0"/>
      <dgm:spPr/>
    </dgm:pt>
    <dgm:pt modelId="{8E819CC0-FCD4-419F-9FCF-645CD1E6B27C}" type="pres">
      <dgm:prSet presAssocID="{3D822051-57AA-4378-973A-D88ED85D66E4}" presName="rootComposite" presStyleCnt="0"/>
      <dgm:spPr/>
    </dgm:pt>
    <dgm:pt modelId="{26E5772E-4539-4857-8D52-4B9D1538A292}" type="pres">
      <dgm:prSet presAssocID="{3D822051-57AA-4378-973A-D88ED85D66E4}" presName="rootText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315C208A-B29E-4A2D-A45A-44E94386CF45}" type="pres">
      <dgm:prSet presAssocID="{3D822051-57AA-4378-973A-D88ED85D66E4}" presName="rootConnector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5CAFE461-B4EF-48FF-A352-E06B2E5174D8}" type="pres">
      <dgm:prSet presAssocID="{3D822051-57AA-4378-973A-D88ED85D66E4}" presName="childShape" presStyleCnt="0"/>
      <dgm:spPr/>
    </dgm:pt>
    <dgm:pt modelId="{3B0A6A60-E1EA-402A-BA39-F317C2E153FC}" type="pres">
      <dgm:prSet presAssocID="{E5CC8C91-1C09-4620-AED4-283C3FD33882}" presName="Name13" presStyleLbl="parChTrans1D2" presStyleIdx="3" presStyleCnt="9"/>
      <dgm:spPr/>
      <dgm:t>
        <a:bodyPr/>
        <a:lstStyle/>
        <a:p>
          <a:pPr latinLnBrk="1"/>
          <a:endParaRPr lang="ko-KR" altLang="en-US"/>
        </a:p>
      </dgm:t>
    </dgm:pt>
    <dgm:pt modelId="{E0A94755-2B47-4C2F-9160-15D500C56376}" type="pres">
      <dgm:prSet presAssocID="{2E0EADAA-A961-45D6-B10A-66069622FDA1}" presName="childText" presStyleLbl="bgAcc1" presStyleIdx="3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F318849-597B-42F0-B0E1-293BF3AE9340}" type="pres">
      <dgm:prSet presAssocID="{690925CC-897E-4196-A90F-185CA7FAEA55}" presName="Name13" presStyleLbl="parChTrans1D2" presStyleIdx="4" presStyleCnt="9"/>
      <dgm:spPr/>
      <dgm:t>
        <a:bodyPr/>
        <a:lstStyle/>
        <a:p>
          <a:pPr latinLnBrk="1"/>
          <a:endParaRPr lang="ko-KR" altLang="en-US"/>
        </a:p>
      </dgm:t>
    </dgm:pt>
    <dgm:pt modelId="{2B2A3886-243F-4EB3-AABA-CCC78DFDF201}" type="pres">
      <dgm:prSet presAssocID="{708C9423-FA7A-44FE-BEF2-B6988FD43483}" presName="childText" presStyleLbl="bgAcc1" presStyleIdx="4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E4D88D5-B6EB-4085-A040-2D48A65E520B}" type="pres">
      <dgm:prSet presAssocID="{E4B807B6-0E09-4B89-A2CF-DB5A2452D203}" presName="Name13" presStyleLbl="parChTrans1D2" presStyleIdx="5" presStyleCnt="9"/>
      <dgm:spPr/>
      <dgm:t>
        <a:bodyPr/>
        <a:lstStyle/>
        <a:p>
          <a:pPr latinLnBrk="1"/>
          <a:endParaRPr lang="ko-KR" altLang="en-US"/>
        </a:p>
      </dgm:t>
    </dgm:pt>
    <dgm:pt modelId="{9537C9A6-3F8A-4D19-8481-BB5CDE9F93A7}" type="pres">
      <dgm:prSet presAssocID="{0D2CF4FE-9193-4E1A-8F3A-CAAC9FF609B1}" presName="childText" presStyleLbl="bgAcc1" presStyleIdx="5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0B92C20-6CDA-4C89-B83B-A9005825EDA1}" type="pres">
      <dgm:prSet presAssocID="{D1FFBDB2-C4DB-4F19-9807-FDA16DB79592}" presName="root" presStyleCnt="0"/>
      <dgm:spPr/>
    </dgm:pt>
    <dgm:pt modelId="{243E3601-A60F-4FEE-A4C0-7994DE82D43E}" type="pres">
      <dgm:prSet presAssocID="{D1FFBDB2-C4DB-4F19-9807-FDA16DB79592}" presName="rootComposite" presStyleCnt="0"/>
      <dgm:spPr/>
    </dgm:pt>
    <dgm:pt modelId="{B5D84A3B-4552-4F1C-8FC5-7035B61367F6}" type="pres">
      <dgm:prSet presAssocID="{D1FFBDB2-C4DB-4F19-9807-FDA16DB79592}" presName="rootText" presStyleLbl="node1" presStyleIdx="3" presStyleCnt="4" custLinFactNeighborX="-179" custLinFactNeighborY="183"/>
      <dgm:spPr/>
      <dgm:t>
        <a:bodyPr/>
        <a:lstStyle/>
        <a:p>
          <a:pPr latinLnBrk="1"/>
          <a:endParaRPr lang="ko-KR" altLang="en-US"/>
        </a:p>
      </dgm:t>
    </dgm:pt>
    <dgm:pt modelId="{4C9ED731-A3E2-4A4F-A0CA-FBC3D2571050}" type="pres">
      <dgm:prSet presAssocID="{D1FFBDB2-C4DB-4F19-9807-FDA16DB79592}" presName="rootConnector" presStyleLbl="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AFD28F9B-753C-4CBC-AB92-5048DAFA8289}" type="pres">
      <dgm:prSet presAssocID="{D1FFBDB2-C4DB-4F19-9807-FDA16DB79592}" presName="childShape" presStyleCnt="0"/>
      <dgm:spPr/>
    </dgm:pt>
    <dgm:pt modelId="{9FF002BF-39F6-4D28-AD48-7932465B466C}" type="pres">
      <dgm:prSet presAssocID="{164AB98F-1D5D-4382-8127-168ED262B903}" presName="Name13" presStyleLbl="parChTrans1D2" presStyleIdx="6" presStyleCnt="9"/>
      <dgm:spPr/>
      <dgm:t>
        <a:bodyPr/>
        <a:lstStyle/>
        <a:p>
          <a:pPr latinLnBrk="1"/>
          <a:endParaRPr lang="ko-KR" altLang="en-US"/>
        </a:p>
      </dgm:t>
    </dgm:pt>
    <dgm:pt modelId="{D7C04E92-6CFE-45EA-8DCD-6BC8CE35DAF3}" type="pres">
      <dgm:prSet presAssocID="{E2F780E4-D50F-4098-99B4-89709CEE2715}" presName="childText" presStyleLbl="bgAcc1" presStyleIdx="6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2C15F2E-71D2-4DDD-8D50-9B24F243C372}" type="pres">
      <dgm:prSet presAssocID="{E5E1963E-6566-4F80-81C0-01C43D60EF88}" presName="Name13" presStyleLbl="parChTrans1D2" presStyleIdx="7" presStyleCnt="9"/>
      <dgm:spPr/>
      <dgm:t>
        <a:bodyPr/>
        <a:lstStyle/>
        <a:p>
          <a:pPr latinLnBrk="1"/>
          <a:endParaRPr lang="ko-KR" altLang="en-US"/>
        </a:p>
      </dgm:t>
    </dgm:pt>
    <dgm:pt modelId="{B61698E0-F16D-4EF1-91B0-7DB1F4A7E643}" type="pres">
      <dgm:prSet presAssocID="{6A9D483D-C785-4740-8E39-7771F29CF2F0}" presName="childText" presStyleLbl="bgAcc1" presStyleIdx="7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545CDE59-49D5-4801-865C-E0A61383413C}" type="pres">
      <dgm:prSet presAssocID="{AB264C05-A4D9-4500-9FE7-8B20088BC00E}" presName="Name13" presStyleLbl="parChTrans1D2" presStyleIdx="8" presStyleCnt="9"/>
      <dgm:spPr/>
      <dgm:t>
        <a:bodyPr/>
        <a:lstStyle/>
        <a:p>
          <a:pPr latinLnBrk="1"/>
          <a:endParaRPr lang="ko-KR" altLang="en-US"/>
        </a:p>
      </dgm:t>
    </dgm:pt>
    <dgm:pt modelId="{723975F5-5B32-4D54-BF8F-BD23B2B82AD4}" type="pres">
      <dgm:prSet presAssocID="{0D3E20ED-60ED-4CF0-A5B7-E6657FC52FCE}" presName="childText" presStyleLbl="bgAcc1" presStyleIdx="8" presStyleCnt="9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03B198AB-A2BA-482C-976A-36979C4FE65B}" srcId="{BE21DAB1-7A6A-453D-A2D0-34E5D7BA3A42}" destId="{3D822051-57AA-4378-973A-D88ED85D66E4}" srcOrd="2" destOrd="0" parTransId="{81439DF6-DA24-4DCC-8D15-BD5F350371EC}" sibTransId="{D8B80EEE-1837-48A8-B846-0E3C23E9B570}"/>
    <dgm:cxn modelId="{D4503DBE-4A76-40C7-B968-D41A6147B53B}" type="presOf" srcId="{690925CC-897E-4196-A90F-185CA7FAEA55}" destId="{3F318849-597B-42F0-B0E1-293BF3AE9340}" srcOrd="0" destOrd="0" presId="urn:microsoft.com/office/officeart/2005/8/layout/hierarchy3"/>
    <dgm:cxn modelId="{56EBEB4E-5320-4249-B639-C29B6A6A021E}" type="presOf" srcId="{D1FFBDB2-C4DB-4F19-9807-FDA16DB79592}" destId="{B5D84A3B-4552-4F1C-8FC5-7035B61367F6}" srcOrd="0" destOrd="0" presId="urn:microsoft.com/office/officeart/2005/8/layout/hierarchy3"/>
    <dgm:cxn modelId="{0954BAF9-FF5A-4AF8-99C9-65BE6194C8F2}" type="presOf" srcId="{0D3E20ED-60ED-4CF0-A5B7-E6657FC52FCE}" destId="{723975F5-5B32-4D54-BF8F-BD23B2B82AD4}" srcOrd="0" destOrd="0" presId="urn:microsoft.com/office/officeart/2005/8/layout/hierarchy3"/>
    <dgm:cxn modelId="{B803F5F6-E4A9-4575-8AC5-7328B5C64619}" srcId="{3D822051-57AA-4378-973A-D88ED85D66E4}" destId="{0D2CF4FE-9193-4E1A-8F3A-CAAC9FF609B1}" srcOrd="2" destOrd="0" parTransId="{E4B807B6-0E09-4B89-A2CF-DB5A2452D203}" sibTransId="{2997E6C3-790A-4636-8C00-9D8CEF62DA23}"/>
    <dgm:cxn modelId="{B0FBDBD7-62DB-4C37-B5BE-17DBCD0321E7}" type="presOf" srcId="{6887D38B-0531-4828-9F98-3178B6A757A2}" destId="{F2CDF322-5C16-4541-905D-CC742C0D8F60}" srcOrd="1" destOrd="0" presId="urn:microsoft.com/office/officeart/2005/8/layout/hierarchy3"/>
    <dgm:cxn modelId="{64A9C428-87FD-46EB-AA50-B433A118A04A}" type="presOf" srcId="{EB3FAD7D-C01E-44FA-9212-00EF7761CF07}" destId="{F7DB31EA-8D45-4F4E-A038-E6535FA58AF9}" srcOrd="0" destOrd="0" presId="urn:microsoft.com/office/officeart/2005/8/layout/hierarchy3"/>
    <dgm:cxn modelId="{3A93C837-B266-42E2-9DE7-FEE6766E56CB}" srcId="{BE21DAB1-7A6A-453D-A2D0-34E5D7BA3A42}" destId="{D1FFBDB2-C4DB-4F19-9807-FDA16DB79592}" srcOrd="3" destOrd="0" parTransId="{8F6843FE-6705-4D7B-B8A8-05C9055FE407}" sibTransId="{39930908-22D9-47F8-80EA-A0EB717C2977}"/>
    <dgm:cxn modelId="{EAA0656A-CDE6-4EDE-8F43-DACD55B5FB2D}" srcId="{D1FFBDB2-C4DB-4F19-9807-FDA16DB79592}" destId="{6A9D483D-C785-4740-8E39-7771F29CF2F0}" srcOrd="1" destOrd="0" parTransId="{E5E1963E-6566-4F80-81C0-01C43D60EF88}" sibTransId="{9E156A82-0786-44A4-8781-0EBA5F0775C4}"/>
    <dgm:cxn modelId="{7D33BC10-20E6-41AB-BE2F-510BD921B82E}" type="presOf" srcId="{39052773-944E-45F7-B7CB-F31AA06A1015}" destId="{AFA3CCD3-41FC-4696-B591-ABBA2515323B}" srcOrd="0" destOrd="0" presId="urn:microsoft.com/office/officeart/2005/8/layout/hierarchy3"/>
    <dgm:cxn modelId="{238A2100-2A52-4FF7-86EC-09F135DA55A5}" type="presOf" srcId="{164AB98F-1D5D-4382-8127-168ED262B903}" destId="{9FF002BF-39F6-4D28-AD48-7932465B466C}" srcOrd="0" destOrd="0" presId="urn:microsoft.com/office/officeart/2005/8/layout/hierarchy3"/>
    <dgm:cxn modelId="{E2396F61-CCFE-42D2-A3E6-6CD70C51FC4F}" srcId="{D1FFBDB2-C4DB-4F19-9807-FDA16DB79592}" destId="{E2F780E4-D50F-4098-99B4-89709CEE2715}" srcOrd="0" destOrd="0" parTransId="{164AB98F-1D5D-4382-8127-168ED262B903}" sibTransId="{25F5D1B4-3221-4505-A12C-293205C377AE}"/>
    <dgm:cxn modelId="{03C0DAA5-CBF9-4A8D-BA7E-8779B495FCE2}" type="presOf" srcId="{0D2CF4FE-9193-4E1A-8F3A-CAAC9FF609B1}" destId="{9537C9A6-3F8A-4D19-8481-BB5CDE9F93A7}" srcOrd="0" destOrd="0" presId="urn:microsoft.com/office/officeart/2005/8/layout/hierarchy3"/>
    <dgm:cxn modelId="{CD97B3CF-6374-4BA2-BC94-BE308E828B6C}" type="presOf" srcId="{3D822051-57AA-4378-973A-D88ED85D66E4}" destId="{315C208A-B29E-4A2D-A45A-44E94386CF45}" srcOrd="1" destOrd="0" presId="urn:microsoft.com/office/officeart/2005/8/layout/hierarchy3"/>
    <dgm:cxn modelId="{A9444D09-DE05-4974-8D20-0DC70BDFA6FC}" srcId="{32047703-9661-42A9-A153-354C76F37555}" destId="{EB3FAD7D-C01E-44FA-9212-00EF7761CF07}" srcOrd="0" destOrd="0" parTransId="{95C376E0-3CB6-4844-B967-3AF763DD2397}" sibTransId="{CFF96E86-9BF2-4228-A141-680AE247DF10}"/>
    <dgm:cxn modelId="{5550BB99-4B27-4E2D-9123-EC3B1E395E2B}" type="presOf" srcId="{E4B807B6-0E09-4B89-A2CF-DB5A2452D203}" destId="{0E4D88D5-B6EB-4085-A040-2D48A65E520B}" srcOrd="0" destOrd="0" presId="urn:microsoft.com/office/officeart/2005/8/layout/hierarchy3"/>
    <dgm:cxn modelId="{727315A4-D267-4AFF-B0B4-E23FBCD3674F}" type="presOf" srcId="{32047703-9661-42A9-A153-354C76F37555}" destId="{F74AF56A-9FC1-4690-861E-FB9345977572}" srcOrd="0" destOrd="0" presId="urn:microsoft.com/office/officeart/2005/8/layout/hierarchy3"/>
    <dgm:cxn modelId="{0AF4CDE8-835E-44AE-9338-750AA5FF9767}" type="presOf" srcId="{BA3F110F-64F0-406F-8BBF-D5B9891FF6EA}" destId="{9339612C-4997-4A25-BAAA-0ECE20DC6302}" srcOrd="0" destOrd="0" presId="urn:microsoft.com/office/officeart/2005/8/layout/hierarchy3"/>
    <dgm:cxn modelId="{5C113792-C3E5-481C-A9BF-9772A5CF2CB8}" type="presOf" srcId="{D1FFBDB2-C4DB-4F19-9807-FDA16DB79592}" destId="{4C9ED731-A3E2-4A4F-A0CA-FBC3D2571050}" srcOrd="1" destOrd="0" presId="urn:microsoft.com/office/officeart/2005/8/layout/hierarchy3"/>
    <dgm:cxn modelId="{13AAD09C-6EE1-4932-9BC2-C7852D30C777}" type="presOf" srcId="{E2F780E4-D50F-4098-99B4-89709CEE2715}" destId="{D7C04E92-6CFE-45EA-8DCD-6BC8CE35DAF3}" srcOrd="0" destOrd="0" presId="urn:microsoft.com/office/officeart/2005/8/layout/hierarchy3"/>
    <dgm:cxn modelId="{0167C5CE-EAC1-4212-ABBA-AF8508041D26}" type="presOf" srcId="{3D822051-57AA-4378-973A-D88ED85D66E4}" destId="{26E5772E-4539-4857-8D52-4B9D1538A292}" srcOrd="0" destOrd="0" presId="urn:microsoft.com/office/officeart/2005/8/layout/hierarchy3"/>
    <dgm:cxn modelId="{ED182233-6320-4B99-AE7B-63B6944497DE}" srcId="{D1FFBDB2-C4DB-4F19-9807-FDA16DB79592}" destId="{0D3E20ED-60ED-4CF0-A5B7-E6657FC52FCE}" srcOrd="2" destOrd="0" parTransId="{AB264C05-A4D9-4500-9FE7-8B20088BC00E}" sibTransId="{24BC8A66-4549-483A-A834-28E4C106F8C0}"/>
    <dgm:cxn modelId="{924D2357-CD91-4A0E-85A4-8F96FCC89473}" type="presOf" srcId="{708C9423-FA7A-44FE-BEF2-B6988FD43483}" destId="{2B2A3886-243F-4EB3-AABA-CCC78DFDF201}" srcOrd="0" destOrd="0" presId="urn:microsoft.com/office/officeart/2005/8/layout/hierarchy3"/>
    <dgm:cxn modelId="{D0564FBE-398B-4B43-9FE9-48546ACB06F9}" type="presOf" srcId="{E5E1963E-6566-4F80-81C0-01C43D60EF88}" destId="{B2C15F2E-71D2-4DDD-8D50-9B24F243C372}" srcOrd="0" destOrd="0" presId="urn:microsoft.com/office/officeart/2005/8/layout/hierarchy3"/>
    <dgm:cxn modelId="{9525B204-2578-4299-9696-1E2242524F36}" type="presOf" srcId="{E5CC8C91-1C09-4620-AED4-283C3FD33882}" destId="{3B0A6A60-E1EA-402A-BA39-F317C2E153FC}" srcOrd="0" destOrd="0" presId="urn:microsoft.com/office/officeart/2005/8/layout/hierarchy3"/>
    <dgm:cxn modelId="{CBB7EB8C-C2A1-4C15-82F9-09CAE627E557}" srcId="{6887D38B-0531-4828-9F98-3178B6A757A2}" destId="{BA3F110F-64F0-406F-8BBF-D5B9891FF6EA}" srcOrd="0" destOrd="0" parTransId="{1BB8BCB4-9DED-4DEA-8E8E-DD5331E92019}" sibTransId="{6C1C945C-2883-4FE6-8EC3-D19CC107828D}"/>
    <dgm:cxn modelId="{7F7CE0CB-C803-4AA8-BB95-CA5A5EDC7C29}" srcId="{BE21DAB1-7A6A-453D-A2D0-34E5D7BA3A42}" destId="{32047703-9661-42A9-A153-354C76F37555}" srcOrd="0" destOrd="0" parTransId="{3F3D008E-B8DF-485A-87F7-BC408FEA3F83}" sibTransId="{0680782F-5BFB-4486-8D14-97BCCDE000AF}"/>
    <dgm:cxn modelId="{5EF5D034-EFCE-48C8-9ABE-CD25F3CB4277}" type="presOf" srcId="{BE21DAB1-7A6A-453D-A2D0-34E5D7BA3A42}" destId="{FCFC46A8-2465-4525-A06E-EA43220D9F1A}" srcOrd="0" destOrd="0" presId="urn:microsoft.com/office/officeart/2005/8/layout/hierarchy3"/>
    <dgm:cxn modelId="{D5704324-5E28-4525-8C75-ED7C2DBAA223}" type="presOf" srcId="{6A9D483D-C785-4740-8E39-7771F29CF2F0}" destId="{B61698E0-F16D-4EF1-91B0-7DB1F4A7E643}" srcOrd="0" destOrd="0" presId="urn:microsoft.com/office/officeart/2005/8/layout/hierarchy3"/>
    <dgm:cxn modelId="{BBA156BB-2568-4C19-8DA1-6BAA3E650E0B}" srcId="{BE21DAB1-7A6A-453D-A2D0-34E5D7BA3A42}" destId="{6887D38B-0531-4828-9F98-3178B6A757A2}" srcOrd="1" destOrd="0" parTransId="{049AD60B-3AE0-403A-875A-A456AA63A0BE}" sibTransId="{88C8B7DC-ACD6-4E83-A292-AEACDF9F2529}"/>
    <dgm:cxn modelId="{26C2DD8B-7F47-4AD0-8BED-8A764A554CB2}" type="presOf" srcId="{1BB8BCB4-9DED-4DEA-8E8E-DD5331E92019}" destId="{CC0B277A-C125-4E25-BD3C-E6DBFFE5E78E}" srcOrd="0" destOrd="0" presId="urn:microsoft.com/office/officeart/2005/8/layout/hierarchy3"/>
    <dgm:cxn modelId="{AE989EEF-4B46-4894-94E3-7842ACA5BAF5}" type="presOf" srcId="{6887D38B-0531-4828-9F98-3178B6A757A2}" destId="{75DC1EBF-6BDE-49A8-9AC4-C58EA9E4745B}" srcOrd="0" destOrd="0" presId="urn:microsoft.com/office/officeart/2005/8/layout/hierarchy3"/>
    <dgm:cxn modelId="{A8231352-F04E-42C7-BDC6-C4DDFA7DFBCF}" type="presOf" srcId="{AB264C05-A4D9-4500-9FE7-8B20088BC00E}" destId="{545CDE59-49D5-4801-865C-E0A61383413C}" srcOrd="0" destOrd="0" presId="urn:microsoft.com/office/officeart/2005/8/layout/hierarchy3"/>
    <dgm:cxn modelId="{D0207E0B-3BD7-4C01-B03B-8AC331BF1764}" srcId="{6887D38B-0531-4828-9F98-3178B6A757A2}" destId="{FC2CD077-6289-4542-A22A-F1B820FA070F}" srcOrd="1" destOrd="0" parTransId="{39052773-944E-45F7-B7CB-F31AA06A1015}" sibTransId="{6CC0A4E8-479A-48D7-A6CA-53ECAD5C6DC7}"/>
    <dgm:cxn modelId="{A7AE5CFC-234F-449C-B487-CEDED86815A7}" type="presOf" srcId="{FC2CD077-6289-4542-A22A-F1B820FA070F}" destId="{BBA25343-27E9-4535-B9E0-98784A54BB32}" srcOrd="0" destOrd="0" presId="urn:microsoft.com/office/officeart/2005/8/layout/hierarchy3"/>
    <dgm:cxn modelId="{73C693A7-7370-41B5-ACF2-1883B974CC49}" srcId="{3D822051-57AA-4378-973A-D88ED85D66E4}" destId="{2E0EADAA-A961-45D6-B10A-66069622FDA1}" srcOrd="0" destOrd="0" parTransId="{E5CC8C91-1C09-4620-AED4-283C3FD33882}" sibTransId="{C1DD0AA1-E619-47F6-A27B-29B5082D6A9F}"/>
    <dgm:cxn modelId="{BC8544F3-6B98-427A-93E1-8FD41F346F23}" type="presOf" srcId="{95C376E0-3CB6-4844-B967-3AF763DD2397}" destId="{89E6F937-43D8-44BA-87F3-6C09828A9F9B}" srcOrd="0" destOrd="0" presId="urn:microsoft.com/office/officeart/2005/8/layout/hierarchy3"/>
    <dgm:cxn modelId="{8B84404B-2DB5-4EE7-9372-C96D382683FA}" srcId="{3D822051-57AA-4378-973A-D88ED85D66E4}" destId="{708C9423-FA7A-44FE-BEF2-B6988FD43483}" srcOrd="1" destOrd="0" parTransId="{690925CC-897E-4196-A90F-185CA7FAEA55}" sibTransId="{43CCA331-8986-4CC3-8A7B-42241A79F824}"/>
    <dgm:cxn modelId="{B057A8FC-4672-40A0-9BF0-6ADF9F091C71}" type="presOf" srcId="{32047703-9661-42A9-A153-354C76F37555}" destId="{1BACF971-01C0-4858-95C9-DB5472990634}" srcOrd="1" destOrd="0" presId="urn:microsoft.com/office/officeart/2005/8/layout/hierarchy3"/>
    <dgm:cxn modelId="{0768B436-EE1B-4424-B4BD-1A7C413D9584}" type="presOf" srcId="{2E0EADAA-A961-45D6-B10A-66069622FDA1}" destId="{E0A94755-2B47-4C2F-9160-15D500C56376}" srcOrd="0" destOrd="0" presId="urn:microsoft.com/office/officeart/2005/8/layout/hierarchy3"/>
    <dgm:cxn modelId="{60A4C80A-F03E-4EA5-8AAB-EB31EFC426C1}" type="presParOf" srcId="{FCFC46A8-2465-4525-A06E-EA43220D9F1A}" destId="{670BF813-D4C5-4A77-BE28-44F54E75861D}" srcOrd="0" destOrd="0" presId="urn:microsoft.com/office/officeart/2005/8/layout/hierarchy3"/>
    <dgm:cxn modelId="{542E105A-6B4D-49BB-82FC-3F96B4F465D5}" type="presParOf" srcId="{670BF813-D4C5-4A77-BE28-44F54E75861D}" destId="{48EF572F-904A-45E1-AAA6-5FFD6199A586}" srcOrd="0" destOrd="0" presId="urn:microsoft.com/office/officeart/2005/8/layout/hierarchy3"/>
    <dgm:cxn modelId="{DE6BA627-4055-4C4F-AE20-B27DE98C9A18}" type="presParOf" srcId="{48EF572F-904A-45E1-AAA6-5FFD6199A586}" destId="{F74AF56A-9FC1-4690-861E-FB9345977572}" srcOrd="0" destOrd="0" presId="urn:microsoft.com/office/officeart/2005/8/layout/hierarchy3"/>
    <dgm:cxn modelId="{6864E079-82A2-47CE-9E4E-867BAD3F1B66}" type="presParOf" srcId="{48EF572F-904A-45E1-AAA6-5FFD6199A586}" destId="{1BACF971-01C0-4858-95C9-DB5472990634}" srcOrd="1" destOrd="0" presId="urn:microsoft.com/office/officeart/2005/8/layout/hierarchy3"/>
    <dgm:cxn modelId="{DB62D79B-6D21-409D-B109-EE9941C6C465}" type="presParOf" srcId="{670BF813-D4C5-4A77-BE28-44F54E75861D}" destId="{A5EAD414-C7D0-4AE5-9E7F-DE8DD8BE4CB1}" srcOrd="1" destOrd="0" presId="urn:microsoft.com/office/officeart/2005/8/layout/hierarchy3"/>
    <dgm:cxn modelId="{9A9DD006-70D3-4904-A30C-DA096F13206B}" type="presParOf" srcId="{A5EAD414-C7D0-4AE5-9E7F-DE8DD8BE4CB1}" destId="{89E6F937-43D8-44BA-87F3-6C09828A9F9B}" srcOrd="0" destOrd="0" presId="urn:microsoft.com/office/officeart/2005/8/layout/hierarchy3"/>
    <dgm:cxn modelId="{B383763E-582F-4B5B-963C-1CDAA5A01AB5}" type="presParOf" srcId="{A5EAD414-C7D0-4AE5-9E7F-DE8DD8BE4CB1}" destId="{F7DB31EA-8D45-4F4E-A038-E6535FA58AF9}" srcOrd="1" destOrd="0" presId="urn:microsoft.com/office/officeart/2005/8/layout/hierarchy3"/>
    <dgm:cxn modelId="{0CFCFBBB-6F09-4B90-9114-49DE8754A984}" type="presParOf" srcId="{FCFC46A8-2465-4525-A06E-EA43220D9F1A}" destId="{61742289-C9EF-4A66-AA23-3F1974042281}" srcOrd="1" destOrd="0" presId="urn:microsoft.com/office/officeart/2005/8/layout/hierarchy3"/>
    <dgm:cxn modelId="{9F365DB4-0617-4A8F-8969-C5E02C3368DE}" type="presParOf" srcId="{61742289-C9EF-4A66-AA23-3F1974042281}" destId="{C10550E6-35F5-4734-B503-57CB9E652B5A}" srcOrd="0" destOrd="0" presId="urn:microsoft.com/office/officeart/2005/8/layout/hierarchy3"/>
    <dgm:cxn modelId="{9EE22CBA-F7C4-4241-A013-F2AF063A1A69}" type="presParOf" srcId="{C10550E6-35F5-4734-B503-57CB9E652B5A}" destId="{75DC1EBF-6BDE-49A8-9AC4-C58EA9E4745B}" srcOrd="0" destOrd="0" presId="urn:microsoft.com/office/officeart/2005/8/layout/hierarchy3"/>
    <dgm:cxn modelId="{F52110D8-F004-4B4F-85E6-83227B8FAF1B}" type="presParOf" srcId="{C10550E6-35F5-4734-B503-57CB9E652B5A}" destId="{F2CDF322-5C16-4541-905D-CC742C0D8F60}" srcOrd="1" destOrd="0" presId="urn:microsoft.com/office/officeart/2005/8/layout/hierarchy3"/>
    <dgm:cxn modelId="{F69F47A9-CF00-493A-BF2C-0C667FA92A1B}" type="presParOf" srcId="{61742289-C9EF-4A66-AA23-3F1974042281}" destId="{26684A78-ED3B-4370-9646-941B2B10B966}" srcOrd="1" destOrd="0" presId="urn:microsoft.com/office/officeart/2005/8/layout/hierarchy3"/>
    <dgm:cxn modelId="{5D71AD22-FC31-497C-8828-21AF39F1BC83}" type="presParOf" srcId="{26684A78-ED3B-4370-9646-941B2B10B966}" destId="{CC0B277A-C125-4E25-BD3C-E6DBFFE5E78E}" srcOrd="0" destOrd="0" presId="urn:microsoft.com/office/officeart/2005/8/layout/hierarchy3"/>
    <dgm:cxn modelId="{258533B4-1E32-4F03-82AB-995E7144CF72}" type="presParOf" srcId="{26684A78-ED3B-4370-9646-941B2B10B966}" destId="{9339612C-4997-4A25-BAAA-0ECE20DC6302}" srcOrd="1" destOrd="0" presId="urn:microsoft.com/office/officeart/2005/8/layout/hierarchy3"/>
    <dgm:cxn modelId="{98F584EE-3B27-42DE-B809-2E2FC2CBDF4C}" type="presParOf" srcId="{26684A78-ED3B-4370-9646-941B2B10B966}" destId="{AFA3CCD3-41FC-4696-B591-ABBA2515323B}" srcOrd="2" destOrd="0" presId="urn:microsoft.com/office/officeart/2005/8/layout/hierarchy3"/>
    <dgm:cxn modelId="{5E155FE9-C3A5-4BFC-A5B5-4CAAC5CBCA14}" type="presParOf" srcId="{26684A78-ED3B-4370-9646-941B2B10B966}" destId="{BBA25343-27E9-4535-B9E0-98784A54BB32}" srcOrd="3" destOrd="0" presId="urn:microsoft.com/office/officeart/2005/8/layout/hierarchy3"/>
    <dgm:cxn modelId="{EE6DED05-FA4D-4BD9-9DC8-E09A4D126418}" type="presParOf" srcId="{FCFC46A8-2465-4525-A06E-EA43220D9F1A}" destId="{A9AA5746-4A4E-412A-8E5A-13A2297AF601}" srcOrd="2" destOrd="0" presId="urn:microsoft.com/office/officeart/2005/8/layout/hierarchy3"/>
    <dgm:cxn modelId="{D738A587-9825-43B5-8DCC-15B2EA3E80FA}" type="presParOf" srcId="{A9AA5746-4A4E-412A-8E5A-13A2297AF601}" destId="{8E819CC0-FCD4-419F-9FCF-645CD1E6B27C}" srcOrd="0" destOrd="0" presId="urn:microsoft.com/office/officeart/2005/8/layout/hierarchy3"/>
    <dgm:cxn modelId="{3FCC1ACA-AF45-4AD5-B836-CC817E1D80E9}" type="presParOf" srcId="{8E819CC0-FCD4-419F-9FCF-645CD1E6B27C}" destId="{26E5772E-4539-4857-8D52-4B9D1538A292}" srcOrd="0" destOrd="0" presId="urn:microsoft.com/office/officeart/2005/8/layout/hierarchy3"/>
    <dgm:cxn modelId="{360C3EAA-CD1F-4AFF-89BF-ACE617B70786}" type="presParOf" srcId="{8E819CC0-FCD4-419F-9FCF-645CD1E6B27C}" destId="{315C208A-B29E-4A2D-A45A-44E94386CF45}" srcOrd="1" destOrd="0" presId="urn:microsoft.com/office/officeart/2005/8/layout/hierarchy3"/>
    <dgm:cxn modelId="{5DC48482-0C7D-4896-A5C6-387A000B990F}" type="presParOf" srcId="{A9AA5746-4A4E-412A-8E5A-13A2297AF601}" destId="{5CAFE461-B4EF-48FF-A352-E06B2E5174D8}" srcOrd="1" destOrd="0" presId="urn:microsoft.com/office/officeart/2005/8/layout/hierarchy3"/>
    <dgm:cxn modelId="{3EA2DBFE-EF3D-4183-9331-2C3E14E745E8}" type="presParOf" srcId="{5CAFE461-B4EF-48FF-A352-E06B2E5174D8}" destId="{3B0A6A60-E1EA-402A-BA39-F317C2E153FC}" srcOrd="0" destOrd="0" presId="urn:microsoft.com/office/officeart/2005/8/layout/hierarchy3"/>
    <dgm:cxn modelId="{B7E4D242-15B7-46CB-AD68-0461415ABBD7}" type="presParOf" srcId="{5CAFE461-B4EF-48FF-A352-E06B2E5174D8}" destId="{E0A94755-2B47-4C2F-9160-15D500C56376}" srcOrd="1" destOrd="0" presId="urn:microsoft.com/office/officeart/2005/8/layout/hierarchy3"/>
    <dgm:cxn modelId="{21B21EAD-B188-435A-8BEA-CF0E7C12DD5E}" type="presParOf" srcId="{5CAFE461-B4EF-48FF-A352-E06B2E5174D8}" destId="{3F318849-597B-42F0-B0E1-293BF3AE9340}" srcOrd="2" destOrd="0" presId="urn:microsoft.com/office/officeart/2005/8/layout/hierarchy3"/>
    <dgm:cxn modelId="{8AEC91AE-F3AF-484F-819C-E9D16191799F}" type="presParOf" srcId="{5CAFE461-B4EF-48FF-A352-E06B2E5174D8}" destId="{2B2A3886-243F-4EB3-AABA-CCC78DFDF201}" srcOrd="3" destOrd="0" presId="urn:microsoft.com/office/officeart/2005/8/layout/hierarchy3"/>
    <dgm:cxn modelId="{6F615F1F-17DD-4A7B-B2B6-E717D48511EF}" type="presParOf" srcId="{5CAFE461-B4EF-48FF-A352-E06B2E5174D8}" destId="{0E4D88D5-B6EB-4085-A040-2D48A65E520B}" srcOrd="4" destOrd="0" presId="urn:microsoft.com/office/officeart/2005/8/layout/hierarchy3"/>
    <dgm:cxn modelId="{52FF4300-B542-40F3-9F3E-2D040C9F63B8}" type="presParOf" srcId="{5CAFE461-B4EF-48FF-A352-E06B2E5174D8}" destId="{9537C9A6-3F8A-4D19-8481-BB5CDE9F93A7}" srcOrd="5" destOrd="0" presId="urn:microsoft.com/office/officeart/2005/8/layout/hierarchy3"/>
    <dgm:cxn modelId="{3CFC4B23-D4A9-4A4A-B74B-51CD69BEC103}" type="presParOf" srcId="{FCFC46A8-2465-4525-A06E-EA43220D9F1A}" destId="{70B92C20-6CDA-4C89-B83B-A9005825EDA1}" srcOrd="3" destOrd="0" presId="urn:microsoft.com/office/officeart/2005/8/layout/hierarchy3"/>
    <dgm:cxn modelId="{60225502-8B3F-41C7-8A88-79263138F200}" type="presParOf" srcId="{70B92C20-6CDA-4C89-B83B-A9005825EDA1}" destId="{243E3601-A60F-4FEE-A4C0-7994DE82D43E}" srcOrd="0" destOrd="0" presId="urn:microsoft.com/office/officeart/2005/8/layout/hierarchy3"/>
    <dgm:cxn modelId="{4E7C03E3-A25B-43DF-BD86-3EF5915383D7}" type="presParOf" srcId="{243E3601-A60F-4FEE-A4C0-7994DE82D43E}" destId="{B5D84A3B-4552-4F1C-8FC5-7035B61367F6}" srcOrd="0" destOrd="0" presId="urn:microsoft.com/office/officeart/2005/8/layout/hierarchy3"/>
    <dgm:cxn modelId="{23FEDAEC-DE60-4C82-A242-120A19FB1474}" type="presParOf" srcId="{243E3601-A60F-4FEE-A4C0-7994DE82D43E}" destId="{4C9ED731-A3E2-4A4F-A0CA-FBC3D2571050}" srcOrd="1" destOrd="0" presId="urn:microsoft.com/office/officeart/2005/8/layout/hierarchy3"/>
    <dgm:cxn modelId="{CA28FC52-6480-4C05-B6A6-F818FFB91C92}" type="presParOf" srcId="{70B92C20-6CDA-4C89-B83B-A9005825EDA1}" destId="{AFD28F9B-753C-4CBC-AB92-5048DAFA8289}" srcOrd="1" destOrd="0" presId="urn:microsoft.com/office/officeart/2005/8/layout/hierarchy3"/>
    <dgm:cxn modelId="{06776A16-9B1B-47BA-A0AD-941FF191B1F2}" type="presParOf" srcId="{AFD28F9B-753C-4CBC-AB92-5048DAFA8289}" destId="{9FF002BF-39F6-4D28-AD48-7932465B466C}" srcOrd="0" destOrd="0" presId="urn:microsoft.com/office/officeart/2005/8/layout/hierarchy3"/>
    <dgm:cxn modelId="{B13B8E6F-CA87-477F-8312-F30883F360DA}" type="presParOf" srcId="{AFD28F9B-753C-4CBC-AB92-5048DAFA8289}" destId="{D7C04E92-6CFE-45EA-8DCD-6BC8CE35DAF3}" srcOrd="1" destOrd="0" presId="urn:microsoft.com/office/officeart/2005/8/layout/hierarchy3"/>
    <dgm:cxn modelId="{94927A76-7F90-429C-BEFB-997C3708430A}" type="presParOf" srcId="{AFD28F9B-753C-4CBC-AB92-5048DAFA8289}" destId="{B2C15F2E-71D2-4DDD-8D50-9B24F243C372}" srcOrd="2" destOrd="0" presId="urn:microsoft.com/office/officeart/2005/8/layout/hierarchy3"/>
    <dgm:cxn modelId="{3060D409-90CE-4B74-AE4B-05E81A343B16}" type="presParOf" srcId="{AFD28F9B-753C-4CBC-AB92-5048DAFA8289}" destId="{B61698E0-F16D-4EF1-91B0-7DB1F4A7E643}" srcOrd="3" destOrd="0" presId="urn:microsoft.com/office/officeart/2005/8/layout/hierarchy3"/>
    <dgm:cxn modelId="{E8C4A299-0450-4498-8E3F-D5774034363A}" type="presParOf" srcId="{AFD28F9B-753C-4CBC-AB92-5048DAFA8289}" destId="{545CDE59-49D5-4801-865C-E0A61383413C}" srcOrd="4" destOrd="0" presId="urn:microsoft.com/office/officeart/2005/8/layout/hierarchy3"/>
    <dgm:cxn modelId="{C64D6ABF-09F4-4538-8773-9887B57D251D}" type="presParOf" srcId="{AFD28F9B-753C-4CBC-AB92-5048DAFA8289}" destId="{723975F5-5B32-4D54-BF8F-BD23B2B82AD4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D416C3C-B2CA-48E6-B9C4-30F9492CE5D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FED9CCD-D8FA-4765-BF3B-506EB5502E9D}">
      <dgm:prSet phldrT="[텍스트]"/>
      <dgm:spPr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en-US" altLang="ko-KR" b="1" dirty="0" smtClean="0"/>
            <a:t>H/W</a:t>
          </a:r>
          <a:r>
            <a:rPr lang="ko-KR" altLang="en-US" b="1" dirty="0" smtClean="0"/>
            <a:t>부문</a:t>
          </a:r>
          <a:endParaRPr lang="ko-KR" altLang="en-US" b="1" dirty="0"/>
        </a:p>
      </dgm:t>
    </dgm:pt>
    <dgm:pt modelId="{6F0B9CDC-723C-4580-A339-61D4731A79E3}" type="parTrans" cxnId="{17F0C84B-0C9C-4E80-A370-653939E6E4EE}">
      <dgm:prSet/>
      <dgm:spPr/>
      <dgm:t>
        <a:bodyPr/>
        <a:lstStyle/>
        <a:p>
          <a:pPr latinLnBrk="1"/>
          <a:endParaRPr lang="ko-KR" altLang="en-US"/>
        </a:p>
      </dgm:t>
    </dgm:pt>
    <dgm:pt modelId="{B673BF25-5129-478E-AD7E-92C9F92C4D5F}" type="sibTrans" cxnId="{17F0C84B-0C9C-4E80-A370-653939E6E4EE}">
      <dgm:prSet/>
      <dgm:spPr/>
      <dgm:t>
        <a:bodyPr/>
        <a:lstStyle/>
        <a:p>
          <a:pPr latinLnBrk="1"/>
          <a:endParaRPr lang="ko-KR" altLang="en-US"/>
        </a:p>
      </dgm:t>
    </dgm:pt>
    <dgm:pt modelId="{556C46A7-27F1-4106-A097-6B4A1428DF4C}">
      <dgm:prSet phldrT="[텍스트]"/>
      <dgm:spPr/>
      <dgm:t>
        <a:bodyPr/>
        <a:lstStyle/>
        <a:p>
          <a:pPr latinLnBrk="1"/>
          <a:r>
            <a:rPr lang="ko-KR" altLang="en-US" dirty="0" smtClean="0"/>
            <a:t>㈜조양컴퓨터</a:t>
          </a:r>
          <a:endParaRPr lang="ko-KR" altLang="en-US" dirty="0"/>
        </a:p>
      </dgm:t>
    </dgm:pt>
    <dgm:pt modelId="{F98B140E-C149-4D04-BDD3-87836336E611}" type="parTrans" cxnId="{C095D185-FE29-42BA-8EEA-250CFDBB4D4B}">
      <dgm:prSet/>
      <dgm:spPr/>
      <dgm:t>
        <a:bodyPr/>
        <a:lstStyle/>
        <a:p>
          <a:pPr latinLnBrk="1"/>
          <a:endParaRPr lang="ko-KR" altLang="en-US" dirty="0"/>
        </a:p>
      </dgm:t>
    </dgm:pt>
    <dgm:pt modelId="{B12FD481-776E-40A6-BD2B-D6337A567C2D}" type="sibTrans" cxnId="{C095D185-FE29-42BA-8EEA-250CFDBB4D4B}">
      <dgm:prSet/>
      <dgm:spPr/>
      <dgm:t>
        <a:bodyPr/>
        <a:lstStyle/>
        <a:p>
          <a:pPr latinLnBrk="1"/>
          <a:endParaRPr lang="ko-KR" altLang="en-US"/>
        </a:p>
      </dgm:t>
    </dgm:pt>
    <dgm:pt modelId="{9A9A00E6-BCC5-418B-9172-E10A69DA1318}">
      <dgm:prSet phldrT="[텍스트]"/>
      <dgm:spPr>
        <a:solidFill>
          <a:schemeClr val="accent2">
            <a:lumMod val="60000"/>
            <a:lumOff val="40000"/>
          </a:schemeClr>
        </a:solidFill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en-US" altLang="ko-KR" b="1" dirty="0" smtClean="0"/>
            <a:t>S/W</a:t>
          </a:r>
          <a:r>
            <a:rPr lang="ko-KR" altLang="en-US" b="1" dirty="0" smtClean="0"/>
            <a:t>부문</a:t>
          </a:r>
          <a:endParaRPr lang="ko-KR" altLang="en-US" b="1" dirty="0"/>
        </a:p>
      </dgm:t>
    </dgm:pt>
    <dgm:pt modelId="{48D8703F-A350-418A-AAC1-22CB0B772A63}" type="parTrans" cxnId="{62BC10F4-CA9E-45A0-850D-97DE8F9E629D}">
      <dgm:prSet/>
      <dgm:spPr/>
      <dgm:t>
        <a:bodyPr/>
        <a:lstStyle/>
        <a:p>
          <a:pPr latinLnBrk="1"/>
          <a:endParaRPr lang="ko-KR" altLang="en-US"/>
        </a:p>
      </dgm:t>
    </dgm:pt>
    <dgm:pt modelId="{CACAB3FA-78DE-4EF6-AF86-A64F1FD81A66}" type="sibTrans" cxnId="{62BC10F4-CA9E-45A0-850D-97DE8F9E629D}">
      <dgm:prSet/>
      <dgm:spPr/>
      <dgm:t>
        <a:bodyPr/>
        <a:lstStyle/>
        <a:p>
          <a:pPr latinLnBrk="1"/>
          <a:endParaRPr lang="ko-KR" altLang="en-US"/>
        </a:p>
      </dgm:t>
    </dgm:pt>
    <dgm:pt modelId="{49FCCE13-0F26-46EF-8CBD-6344D9406B33}">
      <dgm:prSet phldrT="[텍스트]"/>
      <dgm:spPr/>
      <dgm:t>
        <a:bodyPr/>
        <a:lstStyle/>
        <a:p>
          <a:pPr latinLnBrk="1"/>
          <a:r>
            <a:rPr lang="ko-KR" altLang="en-US" dirty="0" smtClean="0"/>
            <a:t>㈜아이씨앤</a:t>
          </a:r>
          <a:endParaRPr lang="ko-KR" altLang="en-US" dirty="0"/>
        </a:p>
      </dgm:t>
    </dgm:pt>
    <dgm:pt modelId="{1451FD5C-B99C-4B55-B7F7-C2ED902BC274}" type="parTrans" cxnId="{89824E72-3D19-4654-B087-641BEE376460}">
      <dgm:prSet/>
      <dgm:spPr/>
      <dgm:t>
        <a:bodyPr/>
        <a:lstStyle/>
        <a:p>
          <a:pPr latinLnBrk="1"/>
          <a:endParaRPr lang="ko-KR" altLang="en-US" dirty="0"/>
        </a:p>
      </dgm:t>
    </dgm:pt>
    <dgm:pt modelId="{73352019-39B2-41AC-A15F-898738383F60}" type="sibTrans" cxnId="{89824E72-3D19-4654-B087-641BEE376460}">
      <dgm:prSet/>
      <dgm:spPr/>
      <dgm:t>
        <a:bodyPr/>
        <a:lstStyle/>
        <a:p>
          <a:pPr latinLnBrk="1"/>
          <a:endParaRPr lang="ko-KR" altLang="en-US"/>
        </a:p>
      </dgm:t>
    </dgm:pt>
    <dgm:pt modelId="{F069153F-99CE-4DF9-8163-8D9240641E46}">
      <dgm:prSet phldrT="[텍스트]"/>
      <dgm:spPr/>
      <dgm:t>
        <a:bodyPr/>
        <a:lstStyle/>
        <a:p>
          <a:pPr latinLnBrk="1"/>
          <a:r>
            <a:rPr lang="ko-KR" altLang="en-US" dirty="0" smtClean="0"/>
            <a:t>㈜인터솔루션테크놀로지</a:t>
          </a:r>
          <a:endParaRPr lang="ko-KR" altLang="en-US" dirty="0"/>
        </a:p>
      </dgm:t>
    </dgm:pt>
    <dgm:pt modelId="{CF270169-3764-4464-891A-683AFEA6D62A}" type="parTrans" cxnId="{3D6C0A66-7B3B-42EF-80B7-A2C0327CD907}">
      <dgm:prSet/>
      <dgm:spPr/>
      <dgm:t>
        <a:bodyPr/>
        <a:lstStyle/>
        <a:p>
          <a:pPr latinLnBrk="1"/>
          <a:endParaRPr lang="ko-KR" altLang="en-US" dirty="0"/>
        </a:p>
      </dgm:t>
    </dgm:pt>
    <dgm:pt modelId="{46CDED10-08DE-4520-9614-21A9C8EFCE4C}" type="sibTrans" cxnId="{3D6C0A66-7B3B-42EF-80B7-A2C0327CD907}">
      <dgm:prSet/>
      <dgm:spPr/>
      <dgm:t>
        <a:bodyPr/>
        <a:lstStyle/>
        <a:p>
          <a:pPr latinLnBrk="1"/>
          <a:endParaRPr lang="ko-KR" altLang="en-US"/>
        </a:p>
      </dgm:t>
    </dgm:pt>
    <dgm:pt modelId="{BBA5E045-0AB2-414A-99A4-8680C55D1929}">
      <dgm:prSet phldrT="[텍스트]"/>
      <dgm:spPr/>
      <dgm:t>
        <a:bodyPr/>
        <a:lstStyle/>
        <a:p>
          <a:pPr latinLnBrk="1"/>
          <a:r>
            <a:rPr lang="ko-KR" altLang="en-US" dirty="0" smtClean="0"/>
            <a:t>㈜대광테크</a:t>
          </a:r>
          <a:endParaRPr lang="ko-KR" altLang="en-US" dirty="0"/>
        </a:p>
      </dgm:t>
    </dgm:pt>
    <dgm:pt modelId="{1660D69E-F42B-4514-A5C3-B52F63BAD54E}" type="parTrans" cxnId="{9AF1E07A-2190-48B0-B44E-A16D5A2FC347}">
      <dgm:prSet/>
      <dgm:spPr/>
      <dgm:t>
        <a:bodyPr/>
        <a:lstStyle/>
        <a:p>
          <a:pPr latinLnBrk="1"/>
          <a:endParaRPr lang="ko-KR" altLang="en-US" dirty="0"/>
        </a:p>
      </dgm:t>
    </dgm:pt>
    <dgm:pt modelId="{51E6AFDC-771F-47DC-9557-0DB1CC298575}" type="sibTrans" cxnId="{9AF1E07A-2190-48B0-B44E-A16D5A2FC347}">
      <dgm:prSet/>
      <dgm:spPr/>
      <dgm:t>
        <a:bodyPr/>
        <a:lstStyle/>
        <a:p>
          <a:pPr latinLnBrk="1"/>
          <a:endParaRPr lang="ko-KR" altLang="en-US"/>
        </a:p>
      </dgm:t>
    </dgm:pt>
    <dgm:pt modelId="{E6D51604-B534-44F8-B380-46C69488D5FB}">
      <dgm:prSet phldrT="[텍스트]"/>
      <dgm:spPr/>
      <dgm:t>
        <a:bodyPr/>
        <a:lstStyle/>
        <a:p>
          <a:pPr latinLnBrk="1"/>
          <a:r>
            <a:rPr lang="ko-KR" altLang="en-US" dirty="0" smtClean="0"/>
            <a:t>㈜엑스퍼넷</a:t>
          </a:r>
          <a:endParaRPr lang="ko-KR" altLang="en-US" dirty="0"/>
        </a:p>
      </dgm:t>
    </dgm:pt>
    <dgm:pt modelId="{A9F97D72-1AAE-44FB-8CB0-9677B6044654}" type="parTrans" cxnId="{E5EE42FF-9C8C-4D50-BB65-DC22E2734F9A}">
      <dgm:prSet/>
      <dgm:spPr/>
      <dgm:t>
        <a:bodyPr/>
        <a:lstStyle/>
        <a:p>
          <a:pPr latinLnBrk="1"/>
          <a:endParaRPr lang="ko-KR" altLang="en-US" dirty="0"/>
        </a:p>
      </dgm:t>
    </dgm:pt>
    <dgm:pt modelId="{90322C3E-78AA-4988-B07C-1FEE39E601BF}" type="sibTrans" cxnId="{E5EE42FF-9C8C-4D50-BB65-DC22E2734F9A}">
      <dgm:prSet/>
      <dgm:spPr/>
      <dgm:t>
        <a:bodyPr/>
        <a:lstStyle/>
        <a:p>
          <a:pPr latinLnBrk="1"/>
          <a:endParaRPr lang="ko-KR" altLang="en-US"/>
        </a:p>
      </dgm:t>
    </dgm:pt>
    <dgm:pt modelId="{17B1E31B-A8BB-43B6-8CCB-F88CA05B9527}">
      <dgm:prSet phldrT="[텍스트]"/>
      <dgm:spPr>
        <a:solidFill>
          <a:schemeClr val="accent3">
            <a:lumMod val="75000"/>
          </a:schemeClr>
        </a:solidFill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en-US" altLang="ko-KR" b="1" dirty="0" smtClean="0"/>
            <a:t>N/W</a:t>
          </a:r>
          <a:r>
            <a:rPr lang="ko-KR" altLang="en-US" b="1" dirty="0" smtClean="0"/>
            <a:t>부문</a:t>
          </a:r>
          <a:endParaRPr lang="ko-KR" altLang="en-US" b="1" dirty="0"/>
        </a:p>
      </dgm:t>
    </dgm:pt>
    <dgm:pt modelId="{74A00B3D-31A8-42D7-B098-CC0BC08742C1}" type="parTrans" cxnId="{9BEC9004-39C7-4F2F-92D1-7031FF072C7C}">
      <dgm:prSet/>
      <dgm:spPr/>
      <dgm:t>
        <a:bodyPr/>
        <a:lstStyle/>
        <a:p>
          <a:pPr latinLnBrk="1"/>
          <a:endParaRPr lang="ko-KR" altLang="en-US"/>
        </a:p>
      </dgm:t>
    </dgm:pt>
    <dgm:pt modelId="{82270BBB-05AC-49FE-B6D9-19C4C6E40E58}" type="sibTrans" cxnId="{9BEC9004-39C7-4F2F-92D1-7031FF072C7C}">
      <dgm:prSet/>
      <dgm:spPr/>
      <dgm:t>
        <a:bodyPr/>
        <a:lstStyle/>
        <a:p>
          <a:pPr latinLnBrk="1"/>
          <a:endParaRPr lang="ko-KR" altLang="en-US"/>
        </a:p>
      </dgm:t>
    </dgm:pt>
    <dgm:pt modelId="{40FB131C-620D-4613-8DD8-C1D72A94AC83}">
      <dgm:prSet phldrT="[텍스트]"/>
      <dgm:spPr/>
      <dgm:t>
        <a:bodyPr/>
        <a:lstStyle/>
        <a:p>
          <a:pPr latinLnBrk="1"/>
          <a:r>
            <a:rPr lang="ko-KR" altLang="en-US" dirty="0" smtClean="0"/>
            <a:t>㈜동림시스템</a:t>
          </a:r>
          <a:endParaRPr lang="ko-KR" altLang="en-US" dirty="0"/>
        </a:p>
      </dgm:t>
    </dgm:pt>
    <dgm:pt modelId="{AF46508A-816A-4E80-B890-9D5BA8CD417F}" type="parTrans" cxnId="{6C338DE9-7F98-44D0-9C76-91EBEB42C6B6}">
      <dgm:prSet/>
      <dgm:spPr/>
      <dgm:t>
        <a:bodyPr/>
        <a:lstStyle/>
        <a:p>
          <a:pPr latinLnBrk="1"/>
          <a:endParaRPr lang="ko-KR" altLang="en-US" dirty="0"/>
        </a:p>
      </dgm:t>
    </dgm:pt>
    <dgm:pt modelId="{00538C09-D17F-4F73-B32B-EBC29C11EFF9}" type="sibTrans" cxnId="{6C338DE9-7F98-44D0-9C76-91EBEB42C6B6}">
      <dgm:prSet/>
      <dgm:spPr/>
      <dgm:t>
        <a:bodyPr/>
        <a:lstStyle/>
        <a:p>
          <a:pPr latinLnBrk="1"/>
          <a:endParaRPr lang="ko-KR" altLang="en-US"/>
        </a:p>
      </dgm:t>
    </dgm:pt>
    <dgm:pt modelId="{E4F739DB-13EA-4199-A415-ABA53E5B7828}">
      <dgm:prSet phldrT="[텍스트]"/>
      <dgm:spPr/>
      <dgm:t>
        <a:bodyPr/>
        <a:lstStyle/>
        <a:p>
          <a:pPr latinLnBrk="1"/>
          <a:r>
            <a:rPr lang="en-US" altLang="ko-KR" dirty="0" smtClean="0"/>
            <a:t>SMG</a:t>
          </a:r>
          <a:endParaRPr lang="ko-KR" altLang="en-US" dirty="0"/>
        </a:p>
      </dgm:t>
    </dgm:pt>
    <dgm:pt modelId="{5F855994-8EAE-40D7-8D8E-D6BE91A028AF}" type="parTrans" cxnId="{A320EDEA-02AF-4FFB-B085-8528C1670B55}">
      <dgm:prSet/>
      <dgm:spPr/>
      <dgm:t>
        <a:bodyPr/>
        <a:lstStyle/>
        <a:p>
          <a:pPr latinLnBrk="1"/>
          <a:endParaRPr lang="ko-KR" altLang="en-US" dirty="0"/>
        </a:p>
      </dgm:t>
    </dgm:pt>
    <dgm:pt modelId="{36C00F8B-6B20-4E94-B9CD-E54BAA4CE579}" type="sibTrans" cxnId="{A320EDEA-02AF-4FFB-B085-8528C1670B55}">
      <dgm:prSet/>
      <dgm:spPr/>
      <dgm:t>
        <a:bodyPr/>
        <a:lstStyle/>
        <a:p>
          <a:pPr latinLnBrk="1"/>
          <a:endParaRPr lang="ko-KR" altLang="en-US"/>
        </a:p>
      </dgm:t>
    </dgm:pt>
    <dgm:pt modelId="{B88C135D-5F56-4DAE-97C3-BBD34D7127A3}">
      <dgm:prSet phldrT="[텍스트]"/>
      <dgm:spPr/>
      <dgm:t>
        <a:bodyPr/>
        <a:lstStyle/>
        <a:p>
          <a:pPr latinLnBrk="1"/>
          <a:r>
            <a:rPr lang="ko-KR" altLang="en-US" dirty="0" smtClean="0"/>
            <a:t>㈜다우</a:t>
          </a:r>
          <a:endParaRPr lang="ko-KR" altLang="en-US" dirty="0"/>
        </a:p>
      </dgm:t>
    </dgm:pt>
    <dgm:pt modelId="{A8AA8D0C-6261-45B7-8E57-ED1044FABE34}" type="parTrans" cxnId="{3B5E882A-5AA2-4336-A0D2-B8C645F15B2D}">
      <dgm:prSet/>
      <dgm:spPr/>
      <dgm:t>
        <a:bodyPr/>
        <a:lstStyle/>
        <a:p>
          <a:pPr latinLnBrk="1"/>
          <a:endParaRPr lang="ko-KR" altLang="en-US" dirty="0"/>
        </a:p>
      </dgm:t>
    </dgm:pt>
    <dgm:pt modelId="{F37E485D-565A-41F0-A802-E634DBFFF63E}" type="sibTrans" cxnId="{3B5E882A-5AA2-4336-A0D2-B8C645F15B2D}">
      <dgm:prSet/>
      <dgm:spPr/>
      <dgm:t>
        <a:bodyPr/>
        <a:lstStyle/>
        <a:p>
          <a:pPr latinLnBrk="1"/>
          <a:endParaRPr lang="ko-KR" altLang="en-US"/>
        </a:p>
      </dgm:t>
    </dgm:pt>
    <dgm:pt modelId="{41E25A93-7409-4B87-9E6D-74F5BC137F13}">
      <dgm:prSet phldrT="[텍스트]"/>
      <dgm:spPr>
        <a:solidFill>
          <a:schemeClr val="accent6">
            <a:lumMod val="75000"/>
          </a:schemeClr>
        </a:solidFill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ko-KR" altLang="en-US" b="1" dirty="0" smtClean="0"/>
            <a:t>솔루션부문</a:t>
          </a:r>
          <a:endParaRPr lang="ko-KR" altLang="en-US" b="1" dirty="0"/>
        </a:p>
      </dgm:t>
    </dgm:pt>
    <dgm:pt modelId="{52066491-6F66-4ECB-82D4-61395AAE74D2}" type="parTrans" cxnId="{5C18CB68-B58A-4E42-BF64-A28E4E5B5085}">
      <dgm:prSet/>
      <dgm:spPr/>
      <dgm:t>
        <a:bodyPr/>
        <a:lstStyle/>
        <a:p>
          <a:pPr latinLnBrk="1"/>
          <a:endParaRPr lang="ko-KR" altLang="en-US"/>
        </a:p>
      </dgm:t>
    </dgm:pt>
    <dgm:pt modelId="{4212DA4D-37B6-4ABD-8C5C-39BA97FA7FA1}" type="sibTrans" cxnId="{5C18CB68-B58A-4E42-BF64-A28E4E5B5085}">
      <dgm:prSet/>
      <dgm:spPr/>
      <dgm:t>
        <a:bodyPr/>
        <a:lstStyle/>
        <a:p>
          <a:pPr latinLnBrk="1"/>
          <a:endParaRPr lang="ko-KR" altLang="en-US"/>
        </a:p>
      </dgm:t>
    </dgm:pt>
    <dgm:pt modelId="{19C281AE-81F5-4591-B71C-64E2CBB6B218}">
      <dgm:prSet phldrT="[텍스트]"/>
      <dgm:spPr/>
      <dgm:t>
        <a:bodyPr/>
        <a:lstStyle/>
        <a:p>
          <a:pPr latinLnBrk="1"/>
          <a:r>
            <a:rPr lang="ko-KR" altLang="en-US" dirty="0" smtClean="0"/>
            <a:t>㈜누리에스아이에스</a:t>
          </a:r>
          <a:endParaRPr lang="en-US" altLang="ko-KR" dirty="0" smtClean="0"/>
        </a:p>
      </dgm:t>
    </dgm:pt>
    <dgm:pt modelId="{0BC7E849-E898-4B47-8718-2100AD7F440F}" type="parTrans" cxnId="{507CAA5D-1C1C-44CF-B185-7202C674B361}">
      <dgm:prSet/>
      <dgm:spPr/>
      <dgm:t>
        <a:bodyPr/>
        <a:lstStyle/>
        <a:p>
          <a:pPr latinLnBrk="1"/>
          <a:endParaRPr lang="ko-KR" altLang="en-US" dirty="0"/>
        </a:p>
      </dgm:t>
    </dgm:pt>
    <dgm:pt modelId="{12A09C55-27CA-4C0D-AA7A-ABD33A311DC3}" type="sibTrans" cxnId="{507CAA5D-1C1C-44CF-B185-7202C674B361}">
      <dgm:prSet/>
      <dgm:spPr/>
      <dgm:t>
        <a:bodyPr/>
        <a:lstStyle/>
        <a:p>
          <a:pPr latinLnBrk="1"/>
          <a:endParaRPr lang="ko-KR" altLang="en-US"/>
        </a:p>
      </dgm:t>
    </dgm:pt>
    <dgm:pt modelId="{DB520AF8-59F9-43BF-A3D2-099189D0ADD9}">
      <dgm:prSet phldrT="[텍스트]"/>
      <dgm:spPr>
        <a:solidFill>
          <a:schemeClr val="bg2">
            <a:lumMod val="50000"/>
          </a:schemeClr>
        </a:solidFill>
        <a:scene3d>
          <a:camera prst="orthographicFront"/>
          <a:lightRig rig="threePt" dir="t"/>
        </a:scene3d>
        <a:sp3d>
          <a:bevelT prst="slope"/>
        </a:sp3d>
      </dgm:spPr>
      <dgm:t>
        <a:bodyPr/>
        <a:lstStyle/>
        <a:p>
          <a:pPr latinLnBrk="1"/>
          <a:r>
            <a:rPr lang="ko-KR" altLang="en-US" b="1" dirty="0" smtClean="0"/>
            <a:t>인력부문</a:t>
          </a:r>
          <a:endParaRPr lang="ko-KR" altLang="en-US" b="1" dirty="0"/>
        </a:p>
      </dgm:t>
    </dgm:pt>
    <dgm:pt modelId="{4E480E3B-FBBF-403B-9A6D-6B00D5DF3DE5}" type="parTrans" cxnId="{CDF96CF0-5C85-43A3-9BBA-36F06CED8001}">
      <dgm:prSet/>
      <dgm:spPr/>
      <dgm:t>
        <a:bodyPr/>
        <a:lstStyle/>
        <a:p>
          <a:pPr latinLnBrk="1"/>
          <a:endParaRPr lang="ko-KR" altLang="en-US"/>
        </a:p>
      </dgm:t>
    </dgm:pt>
    <dgm:pt modelId="{047030FD-FD40-425D-AF94-2AF8DCCD7366}" type="sibTrans" cxnId="{CDF96CF0-5C85-43A3-9BBA-36F06CED8001}">
      <dgm:prSet/>
      <dgm:spPr/>
      <dgm:t>
        <a:bodyPr/>
        <a:lstStyle/>
        <a:p>
          <a:pPr latinLnBrk="1"/>
          <a:endParaRPr lang="ko-KR" altLang="en-US"/>
        </a:p>
      </dgm:t>
    </dgm:pt>
    <dgm:pt modelId="{2EE890F6-49A8-4763-A8E5-2BCEA429BF82}">
      <dgm:prSet phldrT="[텍스트]"/>
      <dgm:spPr/>
      <dgm:t>
        <a:bodyPr/>
        <a:lstStyle/>
        <a:p>
          <a:pPr latinLnBrk="1"/>
          <a:r>
            <a:rPr lang="ko-KR" altLang="en-US" dirty="0" smtClean="0"/>
            <a:t>㈜레그노데이타시스템</a:t>
          </a:r>
          <a:endParaRPr lang="en-US" altLang="ko-KR" dirty="0" smtClean="0"/>
        </a:p>
      </dgm:t>
    </dgm:pt>
    <dgm:pt modelId="{D1656777-9C7C-456F-B6C9-AF97FAEB426F}" type="parTrans" cxnId="{75FC7852-34F3-4DD3-85B6-5A4542721985}">
      <dgm:prSet/>
      <dgm:spPr/>
      <dgm:t>
        <a:bodyPr/>
        <a:lstStyle/>
        <a:p>
          <a:pPr latinLnBrk="1"/>
          <a:endParaRPr lang="ko-KR" altLang="en-US" dirty="0"/>
        </a:p>
      </dgm:t>
    </dgm:pt>
    <dgm:pt modelId="{DE64726D-BFA5-4872-8A28-7318785AD390}" type="sibTrans" cxnId="{75FC7852-34F3-4DD3-85B6-5A4542721985}">
      <dgm:prSet/>
      <dgm:spPr/>
      <dgm:t>
        <a:bodyPr/>
        <a:lstStyle/>
        <a:p>
          <a:pPr latinLnBrk="1"/>
          <a:endParaRPr lang="ko-KR" altLang="en-US"/>
        </a:p>
      </dgm:t>
    </dgm:pt>
    <dgm:pt modelId="{E8A7621F-6DD7-4D74-8B4B-02B24E08F8B4}" type="pres">
      <dgm:prSet presAssocID="{AD416C3C-B2CA-48E6-B9C4-30F9492CE5D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B996C9D-0F03-4E7D-997F-0B3461848184}" type="pres">
      <dgm:prSet presAssocID="{EFED9CCD-D8FA-4765-BF3B-506EB5502E9D}" presName="root" presStyleCnt="0"/>
      <dgm:spPr/>
    </dgm:pt>
    <dgm:pt modelId="{A48B30BB-0E26-4C34-8071-091B7B49EF96}" type="pres">
      <dgm:prSet presAssocID="{EFED9CCD-D8FA-4765-BF3B-506EB5502E9D}" presName="rootComposite" presStyleCnt="0"/>
      <dgm:spPr/>
    </dgm:pt>
    <dgm:pt modelId="{914CB495-3EE5-40C6-8DFC-9EC7CC35D2C8}" type="pres">
      <dgm:prSet presAssocID="{EFED9CCD-D8FA-4765-BF3B-506EB5502E9D}" presName="rootText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CB4C852C-FE34-4212-BBFB-1DDBC83F1E58}" type="pres">
      <dgm:prSet presAssocID="{EFED9CCD-D8FA-4765-BF3B-506EB5502E9D}" presName="rootConnector" presStyleLbl="node1" presStyleIdx="0" presStyleCnt="5"/>
      <dgm:spPr/>
      <dgm:t>
        <a:bodyPr/>
        <a:lstStyle/>
        <a:p>
          <a:pPr latinLnBrk="1"/>
          <a:endParaRPr lang="ko-KR" altLang="en-US"/>
        </a:p>
      </dgm:t>
    </dgm:pt>
    <dgm:pt modelId="{5D2D5AD6-D344-4F2D-B060-106D24581F7A}" type="pres">
      <dgm:prSet presAssocID="{EFED9CCD-D8FA-4765-BF3B-506EB5502E9D}" presName="childShape" presStyleCnt="0"/>
      <dgm:spPr/>
    </dgm:pt>
    <dgm:pt modelId="{A56325F3-16B2-49E8-9CD5-6DFCE1378B28}" type="pres">
      <dgm:prSet presAssocID="{F98B140E-C149-4D04-BDD3-87836336E611}" presName="Name13" presStyleLbl="parChTrans1D2" presStyleIdx="0" presStyleCnt="10"/>
      <dgm:spPr/>
      <dgm:t>
        <a:bodyPr/>
        <a:lstStyle/>
        <a:p>
          <a:pPr latinLnBrk="1"/>
          <a:endParaRPr lang="ko-KR" altLang="en-US"/>
        </a:p>
      </dgm:t>
    </dgm:pt>
    <dgm:pt modelId="{8089939D-D158-47CA-9FD3-63B2523342B4}" type="pres">
      <dgm:prSet presAssocID="{556C46A7-27F1-4106-A097-6B4A1428DF4C}" presName="childText" presStyleLbl="bgAcc1" presStyleIdx="0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CB9B9E5-8111-4887-9CA9-68CD85F010C6}" type="pres">
      <dgm:prSet presAssocID="{AF46508A-816A-4E80-B890-9D5BA8CD417F}" presName="Name13" presStyleLbl="parChTrans1D2" presStyleIdx="1" presStyleCnt="10"/>
      <dgm:spPr/>
      <dgm:t>
        <a:bodyPr/>
        <a:lstStyle/>
        <a:p>
          <a:pPr latinLnBrk="1"/>
          <a:endParaRPr lang="ko-KR" altLang="en-US"/>
        </a:p>
      </dgm:t>
    </dgm:pt>
    <dgm:pt modelId="{E5DD6EAC-3183-4C68-ADE6-2844C7748088}" type="pres">
      <dgm:prSet presAssocID="{40FB131C-620D-4613-8DD8-C1D72A94AC83}" presName="childText" presStyleLbl="bgAcc1" presStyleIdx="1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37970C0-00C7-4824-8E62-483130600DDA}" type="pres">
      <dgm:prSet presAssocID="{1660D69E-F42B-4514-A5C3-B52F63BAD54E}" presName="Name13" presStyleLbl="parChTrans1D2" presStyleIdx="2" presStyleCnt="10"/>
      <dgm:spPr/>
      <dgm:t>
        <a:bodyPr/>
        <a:lstStyle/>
        <a:p>
          <a:pPr latinLnBrk="1"/>
          <a:endParaRPr lang="ko-KR" altLang="en-US"/>
        </a:p>
      </dgm:t>
    </dgm:pt>
    <dgm:pt modelId="{FADF861E-6460-4C9A-AB86-C5B6FD15807F}" type="pres">
      <dgm:prSet presAssocID="{BBA5E045-0AB2-414A-99A4-8680C55D1929}" presName="childText" presStyleLbl="bgAcc1" presStyleIdx="2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4B67ECE-2947-4CA4-A4A2-B72362CCBE55}" type="pres">
      <dgm:prSet presAssocID="{9A9A00E6-BCC5-418B-9172-E10A69DA1318}" presName="root" presStyleCnt="0"/>
      <dgm:spPr/>
    </dgm:pt>
    <dgm:pt modelId="{33D541ED-FC74-480C-8EE7-8F4E3E0018DC}" type="pres">
      <dgm:prSet presAssocID="{9A9A00E6-BCC5-418B-9172-E10A69DA1318}" presName="rootComposite" presStyleCnt="0"/>
      <dgm:spPr/>
    </dgm:pt>
    <dgm:pt modelId="{8E004DEB-FA9C-4F54-B37B-AE83BC1BA6F9}" type="pres">
      <dgm:prSet presAssocID="{9A9A00E6-BCC5-418B-9172-E10A69DA1318}" presName="rootText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8B87CCE5-CD94-4E95-B241-857164CD6FC9}" type="pres">
      <dgm:prSet presAssocID="{9A9A00E6-BCC5-418B-9172-E10A69DA1318}" presName="rootConnector" presStyleLbl="node1" presStyleIdx="1" presStyleCnt="5"/>
      <dgm:spPr/>
      <dgm:t>
        <a:bodyPr/>
        <a:lstStyle/>
        <a:p>
          <a:pPr latinLnBrk="1"/>
          <a:endParaRPr lang="ko-KR" altLang="en-US"/>
        </a:p>
      </dgm:t>
    </dgm:pt>
    <dgm:pt modelId="{A36C1A43-4F46-4B63-8069-F3171869335B}" type="pres">
      <dgm:prSet presAssocID="{9A9A00E6-BCC5-418B-9172-E10A69DA1318}" presName="childShape" presStyleCnt="0"/>
      <dgm:spPr/>
    </dgm:pt>
    <dgm:pt modelId="{9DBA36F4-CBC3-41A0-AC31-F7CFA624EC29}" type="pres">
      <dgm:prSet presAssocID="{1451FD5C-B99C-4B55-B7F7-C2ED902BC274}" presName="Name13" presStyleLbl="parChTrans1D2" presStyleIdx="3" presStyleCnt="10"/>
      <dgm:spPr/>
      <dgm:t>
        <a:bodyPr/>
        <a:lstStyle/>
        <a:p>
          <a:pPr latinLnBrk="1"/>
          <a:endParaRPr lang="ko-KR" altLang="en-US"/>
        </a:p>
      </dgm:t>
    </dgm:pt>
    <dgm:pt modelId="{D477FCC3-B3B3-4025-80ED-B35B3AEE4B92}" type="pres">
      <dgm:prSet presAssocID="{49FCCE13-0F26-46EF-8CBD-6344D9406B33}" presName="childText" presStyleLbl="bgAcc1" presStyleIdx="3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A5EE37C-B0A9-46B5-A002-04C0B6CB9ADB}" type="pres">
      <dgm:prSet presAssocID="{CF270169-3764-4464-891A-683AFEA6D62A}" presName="Name13" presStyleLbl="parChTrans1D2" presStyleIdx="4" presStyleCnt="10"/>
      <dgm:spPr/>
      <dgm:t>
        <a:bodyPr/>
        <a:lstStyle/>
        <a:p>
          <a:pPr latinLnBrk="1"/>
          <a:endParaRPr lang="ko-KR" altLang="en-US"/>
        </a:p>
      </dgm:t>
    </dgm:pt>
    <dgm:pt modelId="{154AED99-83DC-4120-9434-46CFA6D6238A}" type="pres">
      <dgm:prSet presAssocID="{F069153F-99CE-4DF9-8163-8D9240641E46}" presName="childText" presStyleLbl="bgAcc1" presStyleIdx="4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9FDA229-9F94-422E-9F10-81E95AC6C9BC}" type="pres">
      <dgm:prSet presAssocID="{A9F97D72-1AAE-44FB-8CB0-9677B6044654}" presName="Name13" presStyleLbl="parChTrans1D2" presStyleIdx="5" presStyleCnt="10"/>
      <dgm:spPr/>
      <dgm:t>
        <a:bodyPr/>
        <a:lstStyle/>
        <a:p>
          <a:pPr latinLnBrk="1"/>
          <a:endParaRPr lang="ko-KR" altLang="en-US"/>
        </a:p>
      </dgm:t>
    </dgm:pt>
    <dgm:pt modelId="{D505412D-538B-42F7-BE28-9AB4FB777C66}" type="pres">
      <dgm:prSet presAssocID="{E6D51604-B534-44F8-B380-46C69488D5FB}" presName="childText" presStyleLbl="bgAcc1" presStyleIdx="5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A18C4D9-E5E4-430B-8E4D-94DDA9FBE3F0}" type="pres">
      <dgm:prSet presAssocID="{17B1E31B-A8BB-43B6-8CCB-F88CA05B9527}" presName="root" presStyleCnt="0"/>
      <dgm:spPr/>
    </dgm:pt>
    <dgm:pt modelId="{28EAF96A-5EE7-4C84-AADA-E6D5A558A706}" type="pres">
      <dgm:prSet presAssocID="{17B1E31B-A8BB-43B6-8CCB-F88CA05B9527}" presName="rootComposite" presStyleCnt="0"/>
      <dgm:spPr/>
    </dgm:pt>
    <dgm:pt modelId="{D5F6EAE8-4726-4ED7-8D32-6FC1BA0C960E}" type="pres">
      <dgm:prSet presAssocID="{17B1E31B-A8BB-43B6-8CCB-F88CA05B9527}" presName="rootText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D0FBEB63-F45C-44AF-8E3F-E7549AABF522}" type="pres">
      <dgm:prSet presAssocID="{17B1E31B-A8BB-43B6-8CCB-F88CA05B9527}" presName="rootConnector" presStyleLbl="node1" presStyleIdx="2" presStyleCnt="5"/>
      <dgm:spPr/>
      <dgm:t>
        <a:bodyPr/>
        <a:lstStyle/>
        <a:p>
          <a:pPr latinLnBrk="1"/>
          <a:endParaRPr lang="ko-KR" altLang="en-US"/>
        </a:p>
      </dgm:t>
    </dgm:pt>
    <dgm:pt modelId="{7481F9AE-C91E-4B7D-A7CB-99BFC9F0E426}" type="pres">
      <dgm:prSet presAssocID="{17B1E31B-A8BB-43B6-8CCB-F88CA05B9527}" presName="childShape" presStyleCnt="0"/>
      <dgm:spPr/>
    </dgm:pt>
    <dgm:pt modelId="{D7470AF6-507D-4CAD-A2D0-7F067F780EA0}" type="pres">
      <dgm:prSet presAssocID="{5F855994-8EAE-40D7-8D8E-D6BE91A028AF}" presName="Name13" presStyleLbl="parChTrans1D2" presStyleIdx="6" presStyleCnt="10"/>
      <dgm:spPr/>
      <dgm:t>
        <a:bodyPr/>
        <a:lstStyle/>
        <a:p>
          <a:pPr latinLnBrk="1"/>
          <a:endParaRPr lang="ko-KR" altLang="en-US"/>
        </a:p>
      </dgm:t>
    </dgm:pt>
    <dgm:pt modelId="{F9AA2B62-0B9C-4A55-A17E-187844323846}" type="pres">
      <dgm:prSet presAssocID="{E4F739DB-13EA-4199-A415-ABA53E5B7828}" presName="childText" presStyleLbl="bgAcc1" presStyleIdx="6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23E827B2-721A-481A-8C13-AA7DD4DB1ED2}" type="pres">
      <dgm:prSet presAssocID="{41E25A93-7409-4B87-9E6D-74F5BC137F13}" presName="root" presStyleCnt="0"/>
      <dgm:spPr/>
    </dgm:pt>
    <dgm:pt modelId="{4C9FAE14-5211-4FB6-B176-4517869E1AD2}" type="pres">
      <dgm:prSet presAssocID="{41E25A93-7409-4B87-9E6D-74F5BC137F13}" presName="rootComposite" presStyleCnt="0"/>
      <dgm:spPr/>
    </dgm:pt>
    <dgm:pt modelId="{89E030A5-AFDD-441D-AE44-B85FDBFD7149}" type="pres">
      <dgm:prSet presAssocID="{41E25A93-7409-4B87-9E6D-74F5BC137F13}" presName="rootText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3C7C6EE5-E2E7-4851-AA7A-4561B363B025}" type="pres">
      <dgm:prSet presAssocID="{41E25A93-7409-4B87-9E6D-74F5BC137F13}" presName="rootConnector" presStyleLbl="node1" presStyleIdx="3" presStyleCnt="5"/>
      <dgm:spPr/>
      <dgm:t>
        <a:bodyPr/>
        <a:lstStyle/>
        <a:p>
          <a:pPr latinLnBrk="1"/>
          <a:endParaRPr lang="ko-KR" altLang="en-US"/>
        </a:p>
      </dgm:t>
    </dgm:pt>
    <dgm:pt modelId="{12C8ADDC-70D2-456D-86B9-5D4F75442695}" type="pres">
      <dgm:prSet presAssocID="{41E25A93-7409-4B87-9E6D-74F5BC137F13}" presName="childShape" presStyleCnt="0"/>
      <dgm:spPr/>
    </dgm:pt>
    <dgm:pt modelId="{716ABBD7-D597-48E0-8EE8-6BAAF46DCEA3}" type="pres">
      <dgm:prSet presAssocID="{A8AA8D0C-6261-45B7-8E57-ED1044FABE34}" presName="Name13" presStyleLbl="parChTrans1D2" presStyleIdx="7" presStyleCnt="10"/>
      <dgm:spPr/>
      <dgm:t>
        <a:bodyPr/>
        <a:lstStyle/>
        <a:p>
          <a:pPr latinLnBrk="1"/>
          <a:endParaRPr lang="ko-KR" altLang="en-US"/>
        </a:p>
      </dgm:t>
    </dgm:pt>
    <dgm:pt modelId="{BA7F6539-79AB-428B-8309-9DAA91D289C4}" type="pres">
      <dgm:prSet presAssocID="{B88C135D-5F56-4DAE-97C3-BBD34D7127A3}" presName="childText" presStyleLbl="bgAcc1" presStyleIdx="7" presStyleCnt="10" custLinFactNeighborY="-5425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161E102B-6F63-4C0E-9433-6D2F5E68A685}" type="pres">
      <dgm:prSet presAssocID="{DB520AF8-59F9-43BF-A3D2-099189D0ADD9}" presName="root" presStyleCnt="0"/>
      <dgm:spPr/>
    </dgm:pt>
    <dgm:pt modelId="{570F0308-C960-458F-A6C5-44A474A33751}" type="pres">
      <dgm:prSet presAssocID="{DB520AF8-59F9-43BF-A3D2-099189D0ADD9}" presName="rootComposite" presStyleCnt="0"/>
      <dgm:spPr/>
    </dgm:pt>
    <dgm:pt modelId="{4ED93A27-6AF5-446C-97EC-89C1B1112FE3}" type="pres">
      <dgm:prSet presAssocID="{DB520AF8-59F9-43BF-A3D2-099189D0ADD9}" presName="rootText" presStyleLbl="node1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0DB0AA76-214C-44CC-B95F-84C72128FB0A}" type="pres">
      <dgm:prSet presAssocID="{DB520AF8-59F9-43BF-A3D2-099189D0ADD9}" presName="rootConnector" presStyleLbl="node1" presStyleIdx="4" presStyleCnt="5"/>
      <dgm:spPr/>
      <dgm:t>
        <a:bodyPr/>
        <a:lstStyle/>
        <a:p>
          <a:pPr latinLnBrk="1"/>
          <a:endParaRPr lang="ko-KR" altLang="en-US"/>
        </a:p>
      </dgm:t>
    </dgm:pt>
    <dgm:pt modelId="{57544980-36E2-49C9-8C7D-D96EF02D18B6}" type="pres">
      <dgm:prSet presAssocID="{DB520AF8-59F9-43BF-A3D2-099189D0ADD9}" presName="childShape" presStyleCnt="0"/>
      <dgm:spPr/>
    </dgm:pt>
    <dgm:pt modelId="{6281B32F-E791-4B3E-8199-4C41313028A2}" type="pres">
      <dgm:prSet presAssocID="{0BC7E849-E898-4B47-8718-2100AD7F440F}" presName="Name13" presStyleLbl="parChTrans1D2" presStyleIdx="8" presStyleCnt="10"/>
      <dgm:spPr/>
      <dgm:t>
        <a:bodyPr/>
        <a:lstStyle/>
        <a:p>
          <a:pPr latinLnBrk="1"/>
          <a:endParaRPr lang="ko-KR" altLang="en-US"/>
        </a:p>
      </dgm:t>
    </dgm:pt>
    <dgm:pt modelId="{7C27605A-9157-49EF-AABA-F768A7C5B1F7}" type="pres">
      <dgm:prSet presAssocID="{19C281AE-81F5-4591-B71C-64E2CBB6B218}" presName="childText" presStyleLbl="bgAcc1" presStyleIdx="8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475F15A-365C-4982-9CFA-11E8B682D34E}" type="pres">
      <dgm:prSet presAssocID="{D1656777-9C7C-456F-B6C9-AF97FAEB426F}" presName="Name13" presStyleLbl="parChTrans1D2" presStyleIdx="9" presStyleCnt="10"/>
      <dgm:spPr/>
      <dgm:t>
        <a:bodyPr/>
        <a:lstStyle/>
        <a:p>
          <a:pPr latinLnBrk="1"/>
          <a:endParaRPr lang="ko-KR" altLang="en-US"/>
        </a:p>
      </dgm:t>
    </dgm:pt>
    <dgm:pt modelId="{E816DF2A-3CBD-46AC-B77A-0E00915EEEC2}" type="pres">
      <dgm:prSet presAssocID="{2EE890F6-49A8-4763-A8E5-2BCEA429BF82}" presName="childText" presStyleLbl="bgAcc1" presStyleIdx="9" presStyleCnt="10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E218C864-BA8B-49A1-B926-B02433D7CF9F}" type="presOf" srcId="{F069153F-99CE-4DF9-8163-8D9240641E46}" destId="{154AED99-83DC-4120-9434-46CFA6D6238A}" srcOrd="0" destOrd="0" presId="urn:microsoft.com/office/officeart/2005/8/layout/hierarchy3"/>
    <dgm:cxn modelId="{60E2E6F2-1361-447A-941A-03118C861009}" type="presOf" srcId="{41E25A93-7409-4B87-9E6D-74F5BC137F13}" destId="{89E030A5-AFDD-441D-AE44-B85FDBFD7149}" srcOrd="0" destOrd="0" presId="urn:microsoft.com/office/officeart/2005/8/layout/hierarchy3"/>
    <dgm:cxn modelId="{5C18CB68-B58A-4E42-BF64-A28E4E5B5085}" srcId="{AD416C3C-B2CA-48E6-B9C4-30F9492CE5DA}" destId="{41E25A93-7409-4B87-9E6D-74F5BC137F13}" srcOrd="3" destOrd="0" parTransId="{52066491-6F66-4ECB-82D4-61395AAE74D2}" sibTransId="{4212DA4D-37B6-4ABD-8C5C-39BA97FA7FA1}"/>
    <dgm:cxn modelId="{2EC95B00-C176-4D03-BFC9-0739D4CB3A88}" type="presOf" srcId="{F98B140E-C149-4D04-BDD3-87836336E611}" destId="{A56325F3-16B2-49E8-9CD5-6DFCE1378B28}" srcOrd="0" destOrd="0" presId="urn:microsoft.com/office/officeart/2005/8/layout/hierarchy3"/>
    <dgm:cxn modelId="{04F4C431-1BD9-4B1B-8263-646FABFDF065}" type="presOf" srcId="{17B1E31B-A8BB-43B6-8CCB-F88CA05B9527}" destId="{D5F6EAE8-4726-4ED7-8D32-6FC1BA0C960E}" srcOrd="0" destOrd="0" presId="urn:microsoft.com/office/officeart/2005/8/layout/hierarchy3"/>
    <dgm:cxn modelId="{28266FAB-7EF5-4C69-B845-C65821D7C4FB}" type="presOf" srcId="{49FCCE13-0F26-46EF-8CBD-6344D9406B33}" destId="{D477FCC3-B3B3-4025-80ED-B35B3AEE4B92}" srcOrd="0" destOrd="0" presId="urn:microsoft.com/office/officeart/2005/8/layout/hierarchy3"/>
    <dgm:cxn modelId="{75DADE4A-4B9A-4BC9-881C-292CDF0D2588}" type="presOf" srcId="{9A9A00E6-BCC5-418B-9172-E10A69DA1318}" destId="{8E004DEB-FA9C-4F54-B37B-AE83BC1BA6F9}" srcOrd="0" destOrd="0" presId="urn:microsoft.com/office/officeart/2005/8/layout/hierarchy3"/>
    <dgm:cxn modelId="{CDF96CF0-5C85-43A3-9BBA-36F06CED8001}" srcId="{AD416C3C-B2CA-48E6-B9C4-30F9492CE5DA}" destId="{DB520AF8-59F9-43BF-A3D2-099189D0ADD9}" srcOrd="4" destOrd="0" parTransId="{4E480E3B-FBBF-403B-9A6D-6B00D5DF3DE5}" sibTransId="{047030FD-FD40-425D-AF94-2AF8DCCD7366}"/>
    <dgm:cxn modelId="{E9FB592D-9013-4690-BFAA-3C719B5E6201}" type="presOf" srcId="{AF46508A-816A-4E80-B890-9D5BA8CD417F}" destId="{6CB9B9E5-8111-4887-9CA9-68CD85F010C6}" srcOrd="0" destOrd="0" presId="urn:microsoft.com/office/officeart/2005/8/layout/hierarchy3"/>
    <dgm:cxn modelId="{29025EE3-0D7E-4ECC-8663-F8B59BEAB2FF}" type="presOf" srcId="{CF270169-3764-4464-891A-683AFEA6D62A}" destId="{DA5EE37C-B0A9-46B5-A002-04C0B6CB9ADB}" srcOrd="0" destOrd="0" presId="urn:microsoft.com/office/officeart/2005/8/layout/hierarchy3"/>
    <dgm:cxn modelId="{75FC7852-34F3-4DD3-85B6-5A4542721985}" srcId="{DB520AF8-59F9-43BF-A3D2-099189D0ADD9}" destId="{2EE890F6-49A8-4763-A8E5-2BCEA429BF82}" srcOrd="1" destOrd="0" parTransId="{D1656777-9C7C-456F-B6C9-AF97FAEB426F}" sibTransId="{DE64726D-BFA5-4872-8A28-7318785AD390}"/>
    <dgm:cxn modelId="{9BEC9004-39C7-4F2F-92D1-7031FF072C7C}" srcId="{AD416C3C-B2CA-48E6-B9C4-30F9492CE5DA}" destId="{17B1E31B-A8BB-43B6-8CCB-F88CA05B9527}" srcOrd="2" destOrd="0" parTransId="{74A00B3D-31A8-42D7-B098-CC0BC08742C1}" sibTransId="{82270BBB-05AC-49FE-B6D9-19C4C6E40E58}"/>
    <dgm:cxn modelId="{AC88C62F-309E-4F8F-B412-8B01EB119744}" type="presOf" srcId="{19C281AE-81F5-4591-B71C-64E2CBB6B218}" destId="{7C27605A-9157-49EF-AABA-F768A7C5B1F7}" srcOrd="0" destOrd="0" presId="urn:microsoft.com/office/officeart/2005/8/layout/hierarchy3"/>
    <dgm:cxn modelId="{3597BDD4-A151-4046-A6FD-1D532C682E0F}" type="presOf" srcId="{9A9A00E6-BCC5-418B-9172-E10A69DA1318}" destId="{8B87CCE5-CD94-4E95-B241-857164CD6FC9}" srcOrd="1" destOrd="0" presId="urn:microsoft.com/office/officeart/2005/8/layout/hierarchy3"/>
    <dgm:cxn modelId="{C43ED6E2-3298-4C56-A376-F4B58322356F}" type="presOf" srcId="{DB520AF8-59F9-43BF-A3D2-099189D0ADD9}" destId="{4ED93A27-6AF5-446C-97EC-89C1B1112FE3}" srcOrd="0" destOrd="0" presId="urn:microsoft.com/office/officeart/2005/8/layout/hierarchy3"/>
    <dgm:cxn modelId="{C095D185-FE29-42BA-8EEA-250CFDBB4D4B}" srcId="{EFED9CCD-D8FA-4765-BF3B-506EB5502E9D}" destId="{556C46A7-27F1-4106-A097-6B4A1428DF4C}" srcOrd="0" destOrd="0" parTransId="{F98B140E-C149-4D04-BDD3-87836336E611}" sibTransId="{B12FD481-776E-40A6-BD2B-D6337A567C2D}"/>
    <dgm:cxn modelId="{8C0F78E3-85A6-438A-A3C5-857FD92AC341}" type="presOf" srcId="{17B1E31B-A8BB-43B6-8CCB-F88CA05B9527}" destId="{D0FBEB63-F45C-44AF-8E3F-E7549AABF522}" srcOrd="1" destOrd="0" presId="urn:microsoft.com/office/officeart/2005/8/layout/hierarchy3"/>
    <dgm:cxn modelId="{FAA63571-633A-4022-B602-4684A94331AC}" type="presOf" srcId="{0BC7E849-E898-4B47-8718-2100AD7F440F}" destId="{6281B32F-E791-4B3E-8199-4C41313028A2}" srcOrd="0" destOrd="0" presId="urn:microsoft.com/office/officeart/2005/8/layout/hierarchy3"/>
    <dgm:cxn modelId="{3D6C0A66-7B3B-42EF-80B7-A2C0327CD907}" srcId="{9A9A00E6-BCC5-418B-9172-E10A69DA1318}" destId="{F069153F-99CE-4DF9-8163-8D9240641E46}" srcOrd="1" destOrd="0" parTransId="{CF270169-3764-4464-891A-683AFEA6D62A}" sibTransId="{46CDED10-08DE-4520-9614-21A9C8EFCE4C}"/>
    <dgm:cxn modelId="{6C338DE9-7F98-44D0-9C76-91EBEB42C6B6}" srcId="{EFED9CCD-D8FA-4765-BF3B-506EB5502E9D}" destId="{40FB131C-620D-4613-8DD8-C1D72A94AC83}" srcOrd="1" destOrd="0" parTransId="{AF46508A-816A-4E80-B890-9D5BA8CD417F}" sibTransId="{00538C09-D17F-4F73-B32B-EBC29C11EFF9}"/>
    <dgm:cxn modelId="{1CED2E02-E76A-4AB1-9E91-6966108EFC4C}" type="presOf" srcId="{EFED9CCD-D8FA-4765-BF3B-506EB5502E9D}" destId="{CB4C852C-FE34-4212-BBFB-1DDBC83F1E58}" srcOrd="1" destOrd="0" presId="urn:microsoft.com/office/officeart/2005/8/layout/hierarchy3"/>
    <dgm:cxn modelId="{E5EE42FF-9C8C-4D50-BB65-DC22E2734F9A}" srcId="{9A9A00E6-BCC5-418B-9172-E10A69DA1318}" destId="{E6D51604-B534-44F8-B380-46C69488D5FB}" srcOrd="2" destOrd="0" parTransId="{A9F97D72-1AAE-44FB-8CB0-9677B6044654}" sibTransId="{90322C3E-78AA-4988-B07C-1FEE39E601BF}"/>
    <dgm:cxn modelId="{004309EB-B770-4290-ACC4-EFADE7ADC041}" type="presOf" srcId="{DB520AF8-59F9-43BF-A3D2-099189D0ADD9}" destId="{0DB0AA76-214C-44CC-B95F-84C72128FB0A}" srcOrd="1" destOrd="0" presId="urn:microsoft.com/office/officeart/2005/8/layout/hierarchy3"/>
    <dgm:cxn modelId="{8BB54B57-1BB2-4A21-AA91-C8AB87DD6FBC}" type="presOf" srcId="{A9F97D72-1AAE-44FB-8CB0-9677B6044654}" destId="{99FDA229-9F94-422E-9F10-81E95AC6C9BC}" srcOrd="0" destOrd="0" presId="urn:microsoft.com/office/officeart/2005/8/layout/hierarchy3"/>
    <dgm:cxn modelId="{6A1F4009-F6A6-485E-BA97-19D501116313}" type="presOf" srcId="{E4F739DB-13EA-4199-A415-ABA53E5B7828}" destId="{F9AA2B62-0B9C-4A55-A17E-187844323846}" srcOrd="0" destOrd="0" presId="urn:microsoft.com/office/officeart/2005/8/layout/hierarchy3"/>
    <dgm:cxn modelId="{9AF1E07A-2190-48B0-B44E-A16D5A2FC347}" srcId="{EFED9CCD-D8FA-4765-BF3B-506EB5502E9D}" destId="{BBA5E045-0AB2-414A-99A4-8680C55D1929}" srcOrd="2" destOrd="0" parTransId="{1660D69E-F42B-4514-A5C3-B52F63BAD54E}" sibTransId="{51E6AFDC-771F-47DC-9557-0DB1CC298575}"/>
    <dgm:cxn modelId="{27AF73AA-B3D8-4A07-B38C-27447374FFFF}" type="presOf" srcId="{B88C135D-5F56-4DAE-97C3-BBD34D7127A3}" destId="{BA7F6539-79AB-428B-8309-9DAA91D289C4}" srcOrd="0" destOrd="0" presId="urn:microsoft.com/office/officeart/2005/8/layout/hierarchy3"/>
    <dgm:cxn modelId="{F2CB2432-0AC8-4EDF-91EC-4AE871A17B75}" type="presOf" srcId="{1451FD5C-B99C-4B55-B7F7-C2ED902BC274}" destId="{9DBA36F4-CBC3-41A0-AC31-F7CFA624EC29}" srcOrd="0" destOrd="0" presId="urn:microsoft.com/office/officeart/2005/8/layout/hierarchy3"/>
    <dgm:cxn modelId="{98E2129D-D49D-4429-AFB1-C15200DFA0C3}" type="presOf" srcId="{41E25A93-7409-4B87-9E6D-74F5BC137F13}" destId="{3C7C6EE5-E2E7-4851-AA7A-4561B363B025}" srcOrd="1" destOrd="0" presId="urn:microsoft.com/office/officeart/2005/8/layout/hierarchy3"/>
    <dgm:cxn modelId="{62BC10F4-CA9E-45A0-850D-97DE8F9E629D}" srcId="{AD416C3C-B2CA-48E6-B9C4-30F9492CE5DA}" destId="{9A9A00E6-BCC5-418B-9172-E10A69DA1318}" srcOrd="1" destOrd="0" parTransId="{48D8703F-A350-418A-AAC1-22CB0B772A63}" sibTransId="{CACAB3FA-78DE-4EF6-AF86-A64F1FD81A66}"/>
    <dgm:cxn modelId="{18A54231-1107-4AB1-B993-3953FFC93E8E}" type="presOf" srcId="{5F855994-8EAE-40D7-8D8E-D6BE91A028AF}" destId="{D7470AF6-507D-4CAD-A2D0-7F067F780EA0}" srcOrd="0" destOrd="0" presId="urn:microsoft.com/office/officeart/2005/8/layout/hierarchy3"/>
    <dgm:cxn modelId="{A307C1F4-0801-43F2-8229-13D79E3AA972}" type="presOf" srcId="{AD416C3C-B2CA-48E6-B9C4-30F9492CE5DA}" destId="{E8A7621F-6DD7-4D74-8B4B-02B24E08F8B4}" srcOrd="0" destOrd="0" presId="urn:microsoft.com/office/officeart/2005/8/layout/hierarchy3"/>
    <dgm:cxn modelId="{5A1BBE7B-D0C9-4B61-AE97-FD605366EB59}" type="presOf" srcId="{EFED9CCD-D8FA-4765-BF3B-506EB5502E9D}" destId="{914CB495-3EE5-40C6-8DFC-9EC7CC35D2C8}" srcOrd="0" destOrd="0" presId="urn:microsoft.com/office/officeart/2005/8/layout/hierarchy3"/>
    <dgm:cxn modelId="{11C6459D-9289-48EA-A658-5C28793D753F}" type="presOf" srcId="{A8AA8D0C-6261-45B7-8E57-ED1044FABE34}" destId="{716ABBD7-D597-48E0-8EE8-6BAAF46DCEA3}" srcOrd="0" destOrd="0" presId="urn:microsoft.com/office/officeart/2005/8/layout/hierarchy3"/>
    <dgm:cxn modelId="{507CAA5D-1C1C-44CF-B185-7202C674B361}" srcId="{DB520AF8-59F9-43BF-A3D2-099189D0ADD9}" destId="{19C281AE-81F5-4591-B71C-64E2CBB6B218}" srcOrd="0" destOrd="0" parTransId="{0BC7E849-E898-4B47-8718-2100AD7F440F}" sibTransId="{12A09C55-27CA-4C0D-AA7A-ABD33A311DC3}"/>
    <dgm:cxn modelId="{BD21D87B-7487-4612-99D3-A8C60CE35CE4}" type="presOf" srcId="{E6D51604-B534-44F8-B380-46C69488D5FB}" destId="{D505412D-538B-42F7-BE28-9AB4FB777C66}" srcOrd="0" destOrd="0" presId="urn:microsoft.com/office/officeart/2005/8/layout/hierarchy3"/>
    <dgm:cxn modelId="{DC1773F7-CAE2-4C8C-86C0-52D87C395DB5}" type="presOf" srcId="{2EE890F6-49A8-4763-A8E5-2BCEA429BF82}" destId="{E816DF2A-3CBD-46AC-B77A-0E00915EEEC2}" srcOrd="0" destOrd="0" presId="urn:microsoft.com/office/officeart/2005/8/layout/hierarchy3"/>
    <dgm:cxn modelId="{6F1B269C-9EFD-4513-8513-DBC03EECFA59}" type="presOf" srcId="{BBA5E045-0AB2-414A-99A4-8680C55D1929}" destId="{FADF861E-6460-4C9A-AB86-C5B6FD15807F}" srcOrd="0" destOrd="0" presId="urn:microsoft.com/office/officeart/2005/8/layout/hierarchy3"/>
    <dgm:cxn modelId="{89824E72-3D19-4654-B087-641BEE376460}" srcId="{9A9A00E6-BCC5-418B-9172-E10A69DA1318}" destId="{49FCCE13-0F26-46EF-8CBD-6344D9406B33}" srcOrd="0" destOrd="0" parTransId="{1451FD5C-B99C-4B55-B7F7-C2ED902BC274}" sibTransId="{73352019-39B2-41AC-A15F-898738383F60}"/>
    <dgm:cxn modelId="{8815635F-8658-4B1D-BC29-DE20A784E105}" type="presOf" srcId="{556C46A7-27F1-4106-A097-6B4A1428DF4C}" destId="{8089939D-D158-47CA-9FD3-63B2523342B4}" srcOrd="0" destOrd="0" presId="urn:microsoft.com/office/officeart/2005/8/layout/hierarchy3"/>
    <dgm:cxn modelId="{09C50317-2E54-4AF2-AC9F-CF80FDA6A356}" type="presOf" srcId="{1660D69E-F42B-4514-A5C3-B52F63BAD54E}" destId="{137970C0-00C7-4824-8E62-483130600DDA}" srcOrd="0" destOrd="0" presId="urn:microsoft.com/office/officeart/2005/8/layout/hierarchy3"/>
    <dgm:cxn modelId="{17F0C84B-0C9C-4E80-A370-653939E6E4EE}" srcId="{AD416C3C-B2CA-48E6-B9C4-30F9492CE5DA}" destId="{EFED9CCD-D8FA-4765-BF3B-506EB5502E9D}" srcOrd="0" destOrd="0" parTransId="{6F0B9CDC-723C-4580-A339-61D4731A79E3}" sibTransId="{B673BF25-5129-478E-AD7E-92C9F92C4D5F}"/>
    <dgm:cxn modelId="{3B5E882A-5AA2-4336-A0D2-B8C645F15B2D}" srcId="{41E25A93-7409-4B87-9E6D-74F5BC137F13}" destId="{B88C135D-5F56-4DAE-97C3-BBD34D7127A3}" srcOrd="0" destOrd="0" parTransId="{A8AA8D0C-6261-45B7-8E57-ED1044FABE34}" sibTransId="{F37E485D-565A-41F0-A802-E634DBFFF63E}"/>
    <dgm:cxn modelId="{6379AB7A-20C8-43DD-A470-FE7BB14F7DE0}" type="presOf" srcId="{40FB131C-620D-4613-8DD8-C1D72A94AC83}" destId="{E5DD6EAC-3183-4C68-ADE6-2844C7748088}" srcOrd="0" destOrd="0" presId="urn:microsoft.com/office/officeart/2005/8/layout/hierarchy3"/>
    <dgm:cxn modelId="{BC12BFBD-3A68-477B-9CFA-EA5360B00881}" type="presOf" srcId="{D1656777-9C7C-456F-B6C9-AF97FAEB426F}" destId="{D475F15A-365C-4982-9CFA-11E8B682D34E}" srcOrd="0" destOrd="0" presId="urn:microsoft.com/office/officeart/2005/8/layout/hierarchy3"/>
    <dgm:cxn modelId="{A320EDEA-02AF-4FFB-B085-8528C1670B55}" srcId="{17B1E31B-A8BB-43B6-8CCB-F88CA05B9527}" destId="{E4F739DB-13EA-4199-A415-ABA53E5B7828}" srcOrd="0" destOrd="0" parTransId="{5F855994-8EAE-40D7-8D8E-D6BE91A028AF}" sibTransId="{36C00F8B-6B20-4E94-B9CD-E54BAA4CE579}"/>
    <dgm:cxn modelId="{A2CAF709-6699-46A4-B944-B7711D8989B6}" type="presParOf" srcId="{E8A7621F-6DD7-4D74-8B4B-02B24E08F8B4}" destId="{9B996C9D-0F03-4E7D-997F-0B3461848184}" srcOrd="0" destOrd="0" presId="urn:microsoft.com/office/officeart/2005/8/layout/hierarchy3"/>
    <dgm:cxn modelId="{79245EF0-E398-4102-8726-DA9C5428F019}" type="presParOf" srcId="{9B996C9D-0F03-4E7D-997F-0B3461848184}" destId="{A48B30BB-0E26-4C34-8071-091B7B49EF96}" srcOrd="0" destOrd="0" presId="urn:microsoft.com/office/officeart/2005/8/layout/hierarchy3"/>
    <dgm:cxn modelId="{1B3858E3-C204-42B7-9E62-4C158FD15128}" type="presParOf" srcId="{A48B30BB-0E26-4C34-8071-091B7B49EF96}" destId="{914CB495-3EE5-40C6-8DFC-9EC7CC35D2C8}" srcOrd="0" destOrd="0" presId="urn:microsoft.com/office/officeart/2005/8/layout/hierarchy3"/>
    <dgm:cxn modelId="{DB62EEE2-07DF-477A-B96F-6BB121593CCB}" type="presParOf" srcId="{A48B30BB-0E26-4C34-8071-091B7B49EF96}" destId="{CB4C852C-FE34-4212-BBFB-1DDBC83F1E58}" srcOrd="1" destOrd="0" presId="urn:microsoft.com/office/officeart/2005/8/layout/hierarchy3"/>
    <dgm:cxn modelId="{8EF8E51D-38E8-4D35-8AD3-CE5E6F99832F}" type="presParOf" srcId="{9B996C9D-0F03-4E7D-997F-0B3461848184}" destId="{5D2D5AD6-D344-4F2D-B060-106D24581F7A}" srcOrd="1" destOrd="0" presId="urn:microsoft.com/office/officeart/2005/8/layout/hierarchy3"/>
    <dgm:cxn modelId="{E9303868-9E9E-4640-86BD-5CFD3500A80C}" type="presParOf" srcId="{5D2D5AD6-D344-4F2D-B060-106D24581F7A}" destId="{A56325F3-16B2-49E8-9CD5-6DFCE1378B28}" srcOrd="0" destOrd="0" presId="urn:microsoft.com/office/officeart/2005/8/layout/hierarchy3"/>
    <dgm:cxn modelId="{FCAA0BBD-6CA8-4D75-820A-E37C9B7E4483}" type="presParOf" srcId="{5D2D5AD6-D344-4F2D-B060-106D24581F7A}" destId="{8089939D-D158-47CA-9FD3-63B2523342B4}" srcOrd="1" destOrd="0" presId="urn:microsoft.com/office/officeart/2005/8/layout/hierarchy3"/>
    <dgm:cxn modelId="{9ED84D73-75F5-47C5-95A5-981DE4C8713E}" type="presParOf" srcId="{5D2D5AD6-D344-4F2D-B060-106D24581F7A}" destId="{6CB9B9E5-8111-4887-9CA9-68CD85F010C6}" srcOrd="2" destOrd="0" presId="urn:microsoft.com/office/officeart/2005/8/layout/hierarchy3"/>
    <dgm:cxn modelId="{C97AA960-C074-4E0A-B126-B164345C579D}" type="presParOf" srcId="{5D2D5AD6-D344-4F2D-B060-106D24581F7A}" destId="{E5DD6EAC-3183-4C68-ADE6-2844C7748088}" srcOrd="3" destOrd="0" presId="urn:microsoft.com/office/officeart/2005/8/layout/hierarchy3"/>
    <dgm:cxn modelId="{952E5131-1AE2-43A7-AD97-DEA6F70D18E9}" type="presParOf" srcId="{5D2D5AD6-D344-4F2D-B060-106D24581F7A}" destId="{137970C0-00C7-4824-8E62-483130600DDA}" srcOrd="4" destOrd="0" presId="urn:microsoft.com/office/officeart/2005/8/layout/hierarchy3"/>
    <dgm:cxn modelId="{8AA05665-0551-40C0-AD75-B6BD47F10DB6}" type="presParOf" srcId="{5D2D5AD6-D344-4F2D-B060-106D24581F7A}" destId="{FADF861E-6460-4C9A-AB86-C5B6FD15807F}" srcOrd="5" destOrd="0" presId="urn:microsoft.com/office/officeart/2005/8/layout/hierarchy3"/>
    <dgm:cxn modelId="{D71D3F9E-E3D0-426A-8C83-45565092184F}" type="presParOf" srcId="{E8A7621F-6DD7-4D74-8B4B-02B24E08F8B4}" destId="{A4B67ECE-2947-4CA4-A4A2-B72362CCBE55}" srcOrd="1" destOrd="0" presId="urn:microsoft.com/office/officeart/2005/8/layout/hierarchy3"/>
    <dgm:cxn modelId="{0135B700-7857-444F-88CE-D1F03751A63C}" type="presParOf" srcId="{A4B67ECE-2947-4CA4-A4A2-B72362CCBE55}" destId="{33D541ED-FC74-480C-8EE7-8F4E3E0018DC}" srcOrd="0" destOrd="0" presId="urn:microsoft.com/office/officeart/2005/8/layout/hierarchy3"/>
    <dgm:cxn modelId="{42737283-B629-45BB-82C5-3D641FEA1849}" type="presParOf" srcId="{33D541ED-FC74-480C-8EE7-8F4E3E0018DC}" destId="{8E004DEB-FA9C-4F54-B37B-AE83BC1BA6F9}" srcOrd="0" destOrd="0" presId="urn:microsoft.com/office/officeart/2005/8/layout/hierarchy3"/>
    <dgm:cxn modelId="{5AC0049C-959D-4A81-934B-7BC2DC051EA3}" type="presParOf" srcId="{33D541ED-FC74-480C-8EE7-8F4E3E0018DC}" destId="{8B87CCE5-CD94-4E95-B241-857164CD6FC9}" srcOrd="1" destOrd="0" presId="urn:microsoft.com/office/officeart/2005/8/layout/hierarchy3"/>
    <dgm:cxn modelId="{5FF03693-4288-41A8-AF50-A046F984ED84}" type="presParOf" srcId="{A4B67ECE-2947-4CA4-A4A2-B72362CCBE55}" destId="{A36C1A43-4F46-4B63-8069-F3171869335B}" srcOrd="1" destOrd="0" presId="urn:microsoft.com/office/officeart/2005/8/layout/hierarchy3"/>
    <dgm:cxn modelId="{D92272D1-E696-4202-9565-DB0E8B6285F3}" type="presParOf" srcId="{A36C1A43-4F46-4B63-8069-F3171869335B}" destId="{9DBA36F4-CBC3-41A0-AC31-F7CFA624EC29}" srcOrd="0" destOrd="0" presId="urn:microsoft.com/office/officeart/2005/8/layout/hierarchy3"/>
    <dgm:cxn modelId="{76B5DCB2-A8E1-4C07-9A52-229EECC66DB0}" type="presParOf" srcId="{A36C1A43-4F46-4B63-8069-F3171869335B}" destId="{D477FCC3-B3B3-4025-80ED-B35B3AEE4B92}" srcOrd="1" destOrd="0" presId="urn:microsoft.com/office/officeart/2005/8/layout/hierarchy3"/>
    <dgm:cxn modelId="{181AEC7A-321F-4EE7-9759-F841384D216C}" type="presParOf" srcId="{A36C1A43-4F46-4B63-8069-F3171869335B}" destId="{DA5EE37C-B0A9-46B5-A002-04C0B6CB9ADB}" srcOrd="2" destOrd="0" presId="urn:microsoft.com/office/officeart/2005/8/layout/hierarchy3"/>
    <dgm:cxn modelId="{82951135-51A4-4E33-822C-FF1D6A03857A}" type="presParOf" srcId="{A36C1A43-4F46-4B63-8069-F3171869335B}" destId="{154AED99-83DC-4120-9434-46CFA6D6238A}" srcOrd="3" destOrd="0" presId="urn:microsoft.com/office/officeart/2005/8/layout/hierarchy3"/>
    <dgm:cxn modelId="{AB9739C1-EDE8-4CD3-8AA4-5844B85F2D83}" type="presParOf" srcId="{A36C1A43-4F46-4B63-8069-F3171869335B}" destId="{99FDA229-9F94-422E-9F10-81E95AC6C9BC}" srcOrd="4" destOrd="0" presId="urn:microsoft.com/office/officeart/2005/8/layout/hierarchy3"/>
    <dgm:cxn modelId="{0C453128-8448-445C-AEA7-C27E3CFB7C93}" type="presParOf" srcId="{A36C1A43-4F46-4B63-8069-F3171869335B}" destId="{D505412D-538B-42F7-BE28-9AB4FB777C66}" srcOrd="5" destOrd="0" presId="urn:microsoft.com/office/officeart/2005/8/layout/hierarchy3"/>
    <dgm:cxn modelId="{CAD2E75D-5ED2-4970-994F-9E354F2C080E}" type="presParOf" srcId="{E8A7621F-6DD7-4D74-8B4B-02B24E08F8B4}" destId="{2A18C4D9-E5E4-430B-8E4D-94DDA9FBE3F0}" srcOrd="2" destOrd="0" presId="urn:microsoft.com/office/officeart/2005/8/layout/hierarchy3"/>
    <dgm:cxn modelId="{9224B14A-A82B-48EC-B605-A9A9702A3947}" type="presParOf" srcId="{2A18C4D9-E5E4-430B-8E4D-94DDA9FBE3F0}" destId="{28EAF96A-5EE7-4C84-AADA-E6D5A558A706}" srcOrd="0" destOrd="0" presId="urn:microsoft.com/office/officeart/2005/8/layout/hierarchy3"/>
    <dgm:cxn modelId="{95BC334C-766D-44C9-BBF2-8638DC6E6CBF}" type="presParOf" srcId="{28EAF96A-5EE7-4C84-AADA-E6D5A558A706}" destId="{D5F6EAE8-4726-4ED7-8D32-6FC1BA0C960E}" srcOrd="0" destOrd="0" presId="urn:microsoft.com/office/officeart/2005/8/layout/hierarchy3"/>
    <dgm:cxn modelId="{42A0AD4B-3649-4CAB-B84F-2BB58A698EE4}" type="presParOf" srcId="{28EAF96A-5EE7-4C84-AADA-E6D5A558A706}" destId="{D0FBEB63-F45C-44AF-8E3F-E7549AABF522}" srcOrd="1" destOrd="0" presId="urn:microsoft.com/office/officeart/2005/8/layout/hierarchy3"/>
    <dgm:cxn modelId="{B355C4B4-3F63-4A2A-8109-19EAAB4605AC}" type="presParOf" srcId="{2A18C4D9-E5E4-430B-8E4D-94DDA9FBE3F0}" destId="{7481F9AE-C91E-4B7D-A7CB-99BFC9F0E426}" srcOrd="1" destOrd="0" presId="urn:microsoft.com/office/officeart/2005/8/layout/hierarchy3"/>
    <dgm:cxn modelId="{432388AC-C7D9-4BA9-9C28-C3D14061302C}" type="presParOf" srcId="{7481F9AE-C91E-4B7D-A7CB-99BFC9F0E426}" destId="{D7470AF6-507D-4CAD-A2D0-7F067F780EA0}" srcOrd="0" destOrd="0" presId="urn:microsoft.com/office/officeart/2005/8/layout/hierarchy3"/>
    <dgm:cxn modelId="{7A945300-E150-40E3-AFDD-E4A58FB7C506}" type="presParOf" srcId="{7481F9AE-C91E-4B7D-A7CB-99BFC9F0E426}" destId="{F9AA2B62-0B9C-4A55-A17E-187844323846}" srcOrd="1" destOrd="0" presId="urn:microsoft.com/office/officeart/2005/8/layout/hierarchy3"/>
    <dgm:cxn modelId="{B5F3B7B9-5A5A-4E9D-B0D5-3BA2D384F9E9}" type="presParOf" srcId="{E8A7621F-6DD7-4D74-8B4B-02B24E08F8B4}" destId="{23E827B2-721A-481A-8C13-AA7DD4DB1ED2}" srcOrd="3" destOrd="0" presId="urn:microsoft.com/office/officeart/2005/8/layout/hierarchy3"/>
    <dgm:cxn modelId="{75A45ED5-920F-414F-8DBD-330C240F0BC4}" type="presParOf" srcId="{23E827B2-721A-481A-8C13-AA7DD4DB1ED2}" destId="{4C9FAE14-5211-4FB6-B176-4517869E1AD2}" srcOrd="0" destOrd="0" presId="urn:microsoft.com/office/officeart/2005/8/layout/hierarchy3"/>
    <dgm:cxn modelId="{08784E26-7217-4ED2-B3B7-7938B6935436}" type="presParOf" srcId="{4C9FAE14-5211-4FB6-B176-4517869E1AD2}" destId="{89E030A5-AFDD-441D-AE44-B85FDBFD7149}" srcOrd="0" destOrd="0" presId="urn:microsoft.com/office/officeart/2005/8/layout/hierarchy3"/>
    <dgm:cxn modelId="{55513E31-AAB5-4B6D-9434-266084DEB947}" type="presParOf" srcId="{4C9FAE14-5211-4FB6-B176-4517869E1AD2}" destId="{3C7C6EE5-E2E7-4851-AA7A-4561B363B025}" srcOrd="1" destOrd="0" presId="urn:microsoft.com/office/officeart/2005/8/layout/hierarchy3"/>
    <dgm:cxn modelId="{ABA2EB57-4BFA-4D38-8EA0-F27438D193E7}" type="presParOf" srcId="{23E827B2-721A-481A-8C13-AA7DD4DB1ED2}" destId="{12C8ADDC-70D2-456D-86B9-5D4F75442695}" srcOrd="1" destOrd="0" presId="urn:microsoft.com/office/officeart/2005/8/layout/hierarchy3"/>
    <dgm:cxn modelId="{073FECC4-BD66-4D59-A965-118A02BC5480}" type="presParOf" srcId="{12C8ADDC-70D2-456D-86B9-5D4F75442695}" destId="{716ABBD7-D597-48E0-8EE8-6BAAF46DCEA3}" srcOrd="0" destOrd="0" presId="urn:microsoft.com/office/officeart/2005/8/layout/hierarchy3"/>
    <dgm:cxn modelId="{493B59F2-07F8-4BC5-B41C-1D20B1E48640}" type="presParOf" srcId="{12C8ADDC-70D2-456D-86B9-5D4F75442695}" destId="{BA7F6539-79AB-428B-8309-9DAA91D289C4}" srcOrd="1" destOrd="0" presId="urn:microsoft.com/office/officeart/2005/8/layout/hierarchy3"/>
    <dgm:cxn modelId="{6B00999E-E5BD-462A-B7B6-8934A5E6A590}" type="presParOf" srcId="{E8A7621F-6DD7-4D74-8B4B-02B24E08F8B4}" destId="{161E102B-6F63-4C0E-9433-6D2F5E68A685}" srcOrd="4" destOrd="0" presId="urn:microsoft.com/office/officeart/2005/8/layout/hierarchy3"/>
    <dgm:cxn modelId="{41862B9A-44B8-44CD-AB75-16A130B3056E}" type="presParOf" srcId="{161E102B-6F63-4C0E-9433-6D2F5E68A685}" destId="{570F0308-C960-458F-A6C5-44A474A33751}" srcOrd="0" destOrd="0" presId="urn:microsoft.com/office/officeart/2005/8/layout/hierarchy3"/>
    <dgm:cxn modelId="{5A77618F-3308-4F45-8926-1F7B7CA19A9D}" type="presParOf" srcId="{570F0308-C960-458F-A6C5-44A474A33751}" destId="{4ED93A27-6AF5-446C-97EC-89C1B1112FE3}" srcOrd="0" destOrd="0" presId="urn:microsoft.com/office/officeart/2005/8/layout/hierarchy3"/>
    <dgm:cxn modelId="{E19A8383-B776-403F-B557-6E6FA331FF9C}" type="presParOf" srcId="{570F0308-C960-458F-A6C5-44A474A33751}" destId="{0DB0AA76-214C-44CC-B95F-84C72128FB0A}" srcOrd="1" destOrd="0" presId="urn:microsoft.com/office/officeart/2005/8/layout/hierarchy3"/>
    <dgm:cxn modelId="{AEDB93F6-DC40-449C-A0ED-7DBF75505B32}" type="presParOf" srcId="{161E102B-6F63-4C0E-9433-6D2F5E68A685}" destId="{57544980-36E2-49C9-8C7D-D96EF02D18B6}" srcOrd="1" destOrd="0" presId="urn:microsoft.com/office/officeart/2005/8/layout/hierarchy3"/>
    <dgm:cxn modelId="{D8E5F468-F6B9-4D37-B7B3-86921077E2CF}" type="presParOf" srcId="{57544980-36E2-49C9-8C7D-D96EF02D18B6}" destId="{6281B32F-E791-4B3E-8199-4C41313028A2}" srcOrd="0" destOrd="0" presId="urn:microsoft.com/office/officeart/2005/8/layout/hierarchy3"/>
    <dgm:cxn modelId="{20580427-C908-4266-8BA1-FEDE7716E170}" type="presParOf" srcId="{57544980-36E2-49C9-8C7D-D96EF02D18B6}" destId="{7C27605A-9157-49EF-AABA-F768A7C5B1F7}" srcOrd="1" destOrd="0" presId="urn:microsoft.com/office/officeart/2005/8/layout/hierarchy3"/>
    <dgm:cxn modelId="{DD1142FA-0A4A-4045-BF32-FA862408FAC8}" type="presParOf" srcId="{57544980-36E2-49C9-8C7D-D96EF02D18B6}" destId="{D475F15A-365C-4982-9CFA-11E8B682D34E}" srcOrd="2" destOrd="0" presId="urn:microsoft.com/office/officeart/2005/8/layout/hierarchy3"/>
    <dgm:cxn modelId="{BD5FF979-7C7E-459A-AC21-D754007408BF}" type="presParOf" srcId="{57544980-36E2-49C9-8C7D-D96EF02D18B6}" destId="{E816DF2A-3CBD-46AC-B77A-0E00915EEEC2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D3D32EE-4D12-4C35-AABB-E49B782F0D79}">
      <dsp:nvSpPr>
        <dsp:cNvPr id="0" name=""/>
        <dsp:cNvSpPr/>
      </dsp:nvSpPr>
      <dsp:spPr>
        <a:xfrm>
          <a:off x="0" y="333943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7583A-32CF-417A-B756-E6C264032AB8}">
      <dsp:nvSpPr>
        <dsp:cNvPr id="0" name=""/>
        <dsp:cNvSpPr/>
      </dsp:nvSpPr>
      <dsp:spPr>
        <a:xfrm>
          <a:off x="304800" y="159791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1.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개요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04800" y="159791"/>
        <a:ext cx="4267200" cy="413280"/>
      </dsp:txXfrm>
    </dsp:sp>
    <dsp:sp modelId="{7CE7018E-2B39-4708-B8DE-882A5BBDF8BA}">
      <dsp:nvSpPr>
        <dsp:cNvPr id="0" name=""/>
        <dsp:cNvSpPr/>
      </dsp:nvSpPr>
      <dsp:spPr>
        <a:xfrm>
          <a:off x="0" y="968983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DEF19-D95F-4E44-BABA-6A815CD66663}">
      <dsp:nvSpPr>
        <dsp:cNvPr id="0" name=""/>
        <dsp:cNvSpPr/>
      </dsp:nvSpPr>
      <dsp:spPr>
        <a:xfrm>
          <a:off x="304800" y="794831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2.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회사비전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04800" y="794831"/>
        <a:ext cx="4267200" cy="413280"/>
      </dsp:txXfrm>
    </dsp:sp>
    <dsp:sp modelId="{C44B09D6-016F-4FCB-A17A-1D11FEA23E12}">
      <dsp:nvSpPr>
        <dsp:cNvPr id="0" name=""/>
        <dsp:cNvSpPr/>
      </dsp:nvSpPr>
      <dsp:spPr>
        <a:xfrm>
          <a:off x="0" y="1604023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8DA95-BF82-4C3E-B649-D5850BAE6751}">
      <dsp:nvSpPr>
        <dsp:cNvPr id="0" name=""/>
        <dsp:cNvSpPr/>
      </dsp:nvSpPr>
      <dsp:spPr>
        <a:xfrm>
          <a:off x="311697" y="1383927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3.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사업목표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11697" y="1383927"/>
        <a:ext cx="4267200" cy="413280"/>
      </dsp:txXfrm>
    </dsp:sp>
    <dsp:sp modelId="{E3612A5C-80C6-4A7B-B2B8-4D854D604056}">
      <dsp:nvSpPr>
        <dsp:cNvPr id="0" name=""/>
        <dsp:cNvSpPr/>
      </dsp:nvSpPr>
      <dsp:spPr>
        <a:xfrm>
          <a:off x="0" y="2239064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BF2974-933D-4828-BA05-8B413C4F99DC}">
      <dsp:nvSpPr>
        <dsp:cNvPr id="0" name=""/>
        <dsp:cNvSpPr/>
      </dsp:nvSpPr>
      <dsp:spPr>
        <a:xfrm>
          <a:off x="311697" y="2032002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4.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주요사업분야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11697" y="2032002"/>
        <a:ext cx="4267200" cy="413280"/>
      </dsp:txXfrm>
    </dsp:sp>
    <dsp:sp modelId="{EEC4FB2B-FA56-4C99-B470-807996E6C6A5}">
      <dsp:nvSpPr>
        <dsp:cNvPr id="0" name=""/>
        <dsp:cNvSpPr/>
      </dsp:nvSpPr>
      <dsp:spPr>
        <a:xfrm>
          <a:off x="0" y="2874104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3F207B-5C16-42D5-98C7-6CD8371D9EB6}">
      <dsp:nvSpPr>
        <dsp:cNvPr id="0" name=""/>
        <dsp:cNvSpPr/>
      </dsp:nvSpPr>
      <dsp:spPr>
        <a:xfrm>
          <a:off x="311697" y="2680073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5.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주요 거래처 현황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11697" y="2680073"/>
        <a:ext cx="4267200" cy="413280"/>
      </dsp:txXfrm>
    </dsp:sp>
    <dsp:sp modelId="{B3B61CA3-B1A9-408E-9E7F-4ECF168E78EB}">
      <dsp:nvSpPr>
        <dsp:cNvPr id="0" name=""/>
        <dsp:cNvSpPr/>
      </dsp:nvSpPr>
      <dsp:spPr>
        <a:xfrm>
          <a:off x="0" y="3509144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B337CA-8236-4419-AF21-08636B50949C}">
      <dsp:nvSpPr>
        <dsp:cNvPr id="0" name=""/>
        <dsp:cNvSpPr/>
      </dsp:nvSpPr>
      <dsp:spPr>
        <a:xfrm>
          <a:off x="364976" y="3274905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6.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협력체계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64976" y="3274905"/>
        <a:ext cx="4267200" cy="413280"/>
      </dsp:txXfrm>
    </dsp:sp>
    <dsp:sp modelId="{968CD163-B7A4-4371-9526-26401128BFA6}">
      <dsp:nvSpPr>
        <dsp:cNvPr id="0" name=""/>
        <dsp:cNvSpPr/>
      </dsp:nvSpPr>
      <dsp:spPr>
        <a:xfrm>
          <a:off x="0" y="4144184"/>
          <a:ext cx="60960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1C306-068C-414D-82D1-D1C4EA479524}">
      <dsp:nvSpPr>
        <dsp:cNvPr id="0" name=""/>
        <dsp:cNvSpPr/>
      </dsp:nvSpPr>
      <dsp:spPr>
        <a:xfrm>
          <a:off x="311697" y="3976218"/>
          <a:ext cx="4267200" cy="41328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7. </a:t>
          </a:r>
          <a:r>
            <a:rPr lang="ko-KR" altLang="en-US" sz="1400" b="1" kern="1200" dirty="0" smtClean="0">
              <a:solidFill>
                <a:schemeClr val="tx1"/>
              </a:solidFill>
              <a:latin typeface="굴림" pitchFamily="50" charset="-127"/>
              <a:ea typeface="굴림" pitchFamily="50" charset="-127"/>
            </a:rPr>
            <a:t>향후 발전 계획</a:t>
          </a:r>
          <a:endParaRPr lang="ko-KR" altLang="en-US" sz="1400" b="1" kern="1200" dirty="0">
            <a:solidFill>
              <a:schemeClr val="tx1"/>
            </a:solidFill>
            <a:latin typeface="굴림" pitchFamily="50" charset="-127"/>
            <a:ea typeface="굴림" pitchFamily="50" charset="-127"/>
          </a:endParaRPr>
        </a:p>
      </dsp:txBody>
      <dsp:txXfrm>
        <a:off x="311697" y="3976218"/>
        <a:ext cx="4267200" cy="4132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9AB1EC-CC33-4EB7-90D7-F00FD027CDA2}">
      <dsp:nvSpPr>
        <dsp:cNvPr id="0" name=""/>
        <dsp:cNvSpPr/>
      </dsp:nvSpPr>
      <dsp:spPr>
        <a:xfrm>
          <a:off x="1230958" y="642671"/>
          <a:ext cx="1497273" cy="1234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200" kern="1200" dirty="0" smtClean="0"/>
            <a:t> 전문화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고급화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최고의 대우</a:t>
          </a:r>
          <a:endParaRPr lang="ko-KR" altLang="en-US" sz="1200" kern="1200" dirty="0"/>
        </a:p>
      </dsp:txBody>
      <dsp:txXfrm>
        <a:off x="1230958" y="642671"/>
        <a:ext cx="1497273" cy="970307"/>
      </dsp:txXfrm>
    </dsp:sp>
    <dsp:sp modelId="{8F9BE800-0D09-4B92-BEC4-60EDA4CE3FD5}">
      <dsp:nvSpPr>
        <dsp:cNvPr id="0" name=""/>
        <dsp:cNvSpPr/>
      </dsp:nvSpPr>
      <dsp:spPr>
        <a:xfrm>
          <a:off x="2022165" y="504055"/>
          <a:ext cx="1917678" cy="1917678"/>
        </a:xfrm>
        <a:prstGeom prst="leftCircularArrow">
          <a:avLst>
            <a:gd name="adj1" fmla="val 4534"/>
            <a:gd name="adj2" fmla="val 576850"/>
            <a:gd name="adj3" fmla="val 2352361"/>
            <a:gd name="adj4" fmla="val 9024489"/>
            <a:gd name="adj5" fmla="val 529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55CFA-D850-48DA-A291-06F04312FB07}">
      <dsp:nvSpPr>
        <dsp:cNvPr id="0" name=""/>
        <dsp:cNvSpPr/>
      </dsp:nvSpPr>
      <dsp:spPr>
        <a:xfrm>
          <a:off x="1563686" y="1612979"/>
          <a:ext cx="1330909" cy="529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100" b="1" kern="1200" dirty="0" smtClean="0"/>
            <a:t>인력</a:t>
          </a:r>
          <a:endParaRPr lang="ko-KR" altLang="en-US" sz="2100" b="1" kern="1200" dirty="0"/>
        </a:p>
      </dsp:txBody>
      <dsp:txXfrm>
        <a:off x="1563686" y="1612979"/>
        <a:ext cx="1330909" cy="529258"/>
      </dsp:txXfrm>
    </dsp:sp>
    <dsp:sp modelId="{C43B709B-3B38-45C4-9565-CB6D8B68FF3F}">
      <dsp:nvSpPr>
        <dsp:cNvPr id="0" name=""/>
        <dsp:cNvSpPr/>
      </dsp:nvSpPr>
      <dsp:spPr>
        <a:xfrm>
          <a:off x="3308641" y="642671"/>
          <a:ext cx="1497273" cy="1234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연구개발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업무적용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신기술도입</a:t>
          </a:r>
          <a:endParaRPr lang="ko-KR" altLang="en-US" sz="1200" kern="1200" dirty="0"/>
        </a:p>
      </dsp:txBody>
      <dsp:txXfrm>
        <a:off x="3308641" y="907300"/>
        <a:ext cx="1497273" cy="970307"/>
      </dsp:txXfrm>
    </dsp:sp>
    <dsp:sp modelId="{F1AF469E-3609-4DD6-9537-F87656A8D4E9}">
      <dsp:nvSpPr>
        <dsp:cNvPr id="0" name=""/>
        <dsp:cNvSpPr/>
      </dsp:nvSpPr>
      <dsp:spPr>
        <a:xfrm>
          <a:off x="4087371" y="51238"/>
          <a:ext cx="2108996" cy="2108996"/>
        </a:xfrm>
        <a:prstGeom prst="circularArrow">
          <a:avLst>
            <a:gd name="adj1" fmla="val 4123"/>
            <a:gd name="adj2" fmla="val 519272"/>
            <a:gd name="adj3" fmla="val 19305217"/>
            <a:gd name="adj4" fmla="val 12575511"/>
            <a:gd name="adj5" fmla="val 48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590A95-A852-4A53-A045-AA3D338C5ADC}">
      <dsp:nvSpPr>
        <dsp:cNvPr id="0" name=""/>
        <dsp:cNvSpPr/>
      </dsp:nvSpPr>
      <dsp:spPr>
        <a:xfrm>
          <a:off x="3641368" y="378042"/>
          <a:ext cx="1330909" cy="529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100" b="1" kern="1200" dirty="0" smtClean="0"/>
            <a:t>기술</a:t>
          </a:r>
          <a:endParaRPr lang="ko-KR" altLang="en-US" sz="2100" b="1" kern="1200" dirty="0"/>
        </a:p>
      </dsp:txBody>
      <dsp:txXfrm>
        <a:off x="3641368" y="378042"/>
        <a:ext cx="1330909" cy="529258"/>
      </dsp:txXfrm>
    </dsp:sp>
    <dsp:sp modelId="{0C7C5FFE-CDF9-446B-B713-6CEB4273EF9A}">
      <dsp:nvSpPr>
        <dsp:cNvPr id="0" name=""/>
        <dsp:cNvSpPr/>
      </dsp:nvSpPr>
      <dsp:spPr>
        <a:xfrm>
          <a:off x="5386324" y="642671"/>
          <a:ext cx="1497273" cy="12349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IT</a:t>
          </a:r>
          <a:r>
            <a:rPr lang="ko-KR" altLang="en-US" sz="1200" kern="1200" dirty="0" smtClean="0"/>
            <a:t>환경의 안전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대외 신뢰도 구축</a:t>
          </a:r>
          <a:endParaRPr lang="ko-KR" altLang="en-US" sz="1200" kern="1200" dirty="0"/>
        </a:p>
        <a:p>
          <a:pPr marL="114300" lvl="1" indent="-114300" algn="l" defTabSz="5334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200" kern="1200" dirty="0" smtClean="0"/>
            <a:t> </a:t>
          </a:r>
          <a:r>
            <a:rPr lang="ko-KR" altLang="en-US" sz="1200" kern="1200" dirty="0" smtClean="0"/>
            <a:t>최고의 만족</a:t>
          </a:r>
          <a:endParaRPr lang="ko-KR" altLang="en-US" sz="1200" kern="1200" dirty="0"/>
        </a:p>
      </dsp:txBody>
      <dsp:txXfrm>
        <a:off x="5386324" y="642671"/>
        <a:ext cx="1497273" cy="970307"/>
      </dsp:txXfrm>
    </dsp:sp>
    <dsp:sp modelId="{0CE619A0-7D72-4820-A071-B3304E51AC5E}">
      <dsp:nvSpPr>
        <dsp:cNvPr id="0" name=""/>
        <dsp:cNvSpPr/>
      </dsp:nvSpPr>
      <dsp:spPr>
        <a:xfrm>
          <a:off x="5719051" y="1612979"/>
          <a:ext cx="1330909" cy="5292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100" b="1" kern="1200" dirty="0" smtClean="0"/>
            <a:t>고객</a:t>
          </a:r>
          <a:endParaRPr lang="ko-KR" altLang="en-US" sz="2100" b="1" kern="1200" dirty="0"/>
        </a:p>
      </dsp:txBody>
      <dsp:txXfrm>
        <a:off x="5719051" y="1612979"/>
        <a:ext cx="1330909" cy="52925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74C1CDF-2062-4435-8852-6BFB4C308D32}">
      <dsp:nvSpPr>
        <dsp:cNvPr id="0" name=""/>
        <dsp:cNvSpPr/>
      </dsp:nvSpPr>
      <dsp:spPr>
        <a:xfrm>
          <a:off x="0" y="60932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회 사  명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대산정보기술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60932"/>
        <a:ext cx="7200800" cy="470559"/>
      </dsp:txXfrm>
    </dsp:sp>
    <dsp:sp modelId="{23E48E29-C10A-4031-AEC7-DD9BD2D54A42}">
      <dsp:nvSpPr>
        <dsp:cNvPr id="0" name=""/>
        <dsp:cNvSpPr/>
      </dsp:nvSpPr>
      <dsp:spPr>
        <a:xfrm>
          <a:off x="0" y="598486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대표이사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류      시     채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 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598486"/>
        <a:ext cx="7200800" cy="470559"/>
      </dsp:txXfrm>
    </dsp:sp>
    <dsp:sp modelId="{42363753-535E-4AB0-B465-B9D1CAAEBA5E}">
      <dsp:nvSpPr>
        <dsp:cNvPr id="0" name=""/>
        <dsp:cNvSpPr/>
      </dsp:nvSpPr>
      <dsp:spPr>
        <a:xfrm>
          <a:off x="0" y="1123018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설립일자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2009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년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 9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월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24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일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1123018"/>
        <a:ext cx="7200800" cy="470559"/>
      </dsp:txXfrm>
    </dsp:sp>
    <dsp:sp modelId="{1C22903E-ECAC-4F49-A81F-2D1A8C6E98E3}">
      <dsp:nvSpPr>
        <dsp:cNvPr id="0" name=""/>
        <dsp:cNvSpPr/>
      </dsp:nvSpPr>
      <dsp:spPr>
        <a:xfrm>
          <a:off x="0" y="1636777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주요사업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전산자원 아웃소싱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인력파견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,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전산기기 및 장비 공급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1636777"/>
        <a:ext cx="7200800" cy="470559"/>
      </dsp:txXfrm>
    </dsp:sp>
    <dsp:sp modelId="{625EAC80-9565-4FF6-9A6C-025371D2BA6E}">
      <dsp:nvSpPr>
        <dsp:cNvPr id="0" name=""/>
        <dsp:cNvSpPr/>
      </dsp:nvSpPr>
      <dsp:spPr>
        <a:xfrm>
          <a:off x="0" y="2150536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bg2"/>
              </a:solidFill>
              <a:latin typeface="+mn-ea"/>
              <a:ea typeface="+mn-ea"/>
            </a:rPr>
            <a:t>직 원  수 </a:t>
          </a:r>
          <a:r>
            <a:rPr lang="en-US" altLang="ko-KR" sz="1500" b="1" kern="1200" dirty="0" smtClean="0">
              <a:solidFill>
                <a:schemeClr val="bg2"/>
              </a:solidFill>
              <a:latin typeface="+mn-ea"/>
              <a:ea typeface="+mn-ea"/>
            </a:rPr>
            <a:t>: 00</a:t>
          </a:r>
          <a:r>
            <a:rPr lang="ko-KR" altLang="en-US" sz="1500" b="1" kern="1200" dirty="0" smtClean="0">
              <a:solidFill>
                <a:schemeClr val="bg2"/>
              </a:solidFill>
              <a:latin typeface="+mn-ea"/>
              <a:ea typeface="+mn-ea"/>
            </a:rPr>
            <a:t>명</a:t>
          </a:r>
          <a:endParaRPr lang="ko-KR" altLang="en-US" sz="1500" b="1" kern="1200" dirty="0">
            <a:solidFill>
              <a:schemeClr val="bg2"/>
            </a:solidFill>
            <a:latin typeface="+mn-ea"/>
            <a:ea typeface="+mn-ea"/>
          </a:endParaRPr>
        </a:p>
      </dsp:txBody>
      <dsp:txXfrm>
        <a:off x="0" y="2150536"/>
        <a:ext cx="7200800" cy="470559"/>
      </dsp:txXfrm>
    </dsp:sp>
    <dsp:sp modelId="{F260640D-E19A-40D7-8481-C46BE45F2747}">
      <dsp:nvSpPr>
        <dsp:cNvPr id="0" name=""/>
        <dsp:cNvSpPr/>
      </dsp:nvSpPr>
      <dsp:spPr>
        <a:xfrm>
          <a:off x="0" y="2664296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주      소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경기도 부천시 소사구 송내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2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동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580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2664296"/>
        <a:ext cx="7200800" cy="470559"/>
      </dsp:txXfrm>
    </dsp:sp>
    <dsp:sp modelId="{BA21F3EA-D3FB-4FF8-8CFA-9FC517E57466}">
      <dsp:nvSpPr>
        <dsp:cNvPr id="0" name=""/>
        <dsp:cNvSpPr/>
      </dsp:nvSpPr>
      <dsp:spPr>
        <a:xfrm>
          <a:off x="0" y="3178055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자 본  금 </a:t>
          </a:r>
          <a:r>
            <a:rPr lang="en-US" altLang="ko-KR" sz="1500" b="1" kern="1200" dirty="0" smtClean="0">
              <a:solidFill>
                <a:schemeClr val="tx1"/>
              </a:solidFill>
              <a:latin typeface="+mn-ea"/>
              <a:ea typeface="+mn-ea"/>
            </a:rPr>
            <a:t>: 0</a:t>
          </a:r>
          <a:r>
            <a:rPr lang="ko-KR" altLang="en-US" sz="1500" b="1" kern="1200" dirty="0" smtClean="0">
              <a:solidFill>
                <a:schemeClr val="tx1"/>
              </a:solidFill>
              <a:latin typeface="+mn-ea"/>
              <a:ea typeface="+mn-ea"/>
            </a:rPr>
            <a:t>천만원</a:t>
          </a:r>
          <a:endParaRPr lang="ko-KR" altLang="en-US" sz="1500" b="1" kern="1200" dirty="0">
            <a:solidFill>
              <a:schemeClr val="tx1"/>
            </a:solidFill>
            <a:latin typeface="+mn-ea"/>
            <a:ea typeface="+mn-ea"/>
          </a:endParaRPr>
        </a:p>
      </dsp:txBody>
      <dsp:txXfrm>
        <a:off x="0" y="3178055"/>
        <a:ext cx="7200800" cy="470559"/>
      </dsp:txXfrm>
    </dsp:sp>
    <dsp:sp modelId="{574A7A7A-77ED-4B87-A89B-081D00466411}">
      <dsp:nvSpPr>
        <dsp:cNvPr id="0" name=""/>
        <dsp:cNvSpPr/>
      </dsp:nvSpPr>
      <dsp:spPr>
        <a:xfrm>
          <a:off x="0" y="3694829"/>
          <a:ext cx="7200800" cy="47055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500" b="1" kern="1200" dirty="0" smtClean="0">
              <a:solidFill>
                <a:schemeClr val="bg2">
                  <a:lumMod val="90000"/>
                </a:schemeClr>
              </a:solidFill>
              <a:latin typeface="+mn-ea"/>
              <a:ea typeface="+mn-ea"/>
            </a:rPr>
            <a:t>홈페이지 </a:t>
          </a:r>
          <a:r>
            <a:rPr lang="en-US" altLang="ko-KR" sz="1500" b="1" kern="1200" dirty="0" smtClean="0">
              <a:solidFill>
                <a:schemeClr val="bg2">
                  <a:lumMod val="90000"/>
                </a:schemeClr>
              </a:solidFill>
              <a:latin typeface="+mn-ea"/>
              <a:ea typeface="+mn-ea"/>
            </a:rPr>
            <a:t>: www.daesanit.co.kr</a:t>
          </a:r>
          <a:endParaRPr lang="ko-KR" altLang="en-US" sz="1500" b="1" kern="1200" dirty="0">
            <a:solidFill>
              <a:schemeClr val="bg2">
                <a:lumMod val="90000"/>
              </a:schemeClr>
            </a:solidFill>
            <a:latin typeface="+mn-ea"/>
            <a:ea typeface="+mn-ea"/>
          </a:endParaRPr>
        </a:p>
      </dsp:txBody>
      <dsp:txXfrm>
        <a:off x="0" y="3694829"/>
        <a:ext cx="7200800" cy="47055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A6563BC-099C-4036-BCFE-9FAC15D2EC64}">
      <dsp:nvSpPr>
        <dsp:cNvPr id="0" name=""/>
        <dsp:cNvSpPr/>
      </dsp:nvSpPr>
      <dsp:spPr>
        <a:xfrm>
          <a:off x="4303774" y="2595168"/>
          <a:ext cx="1885313" cy="1221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기획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인력</a:t>
          </a:r>
          <a:r>
            <a:rPr lang="en-US" altLang="ko-KR" sz="1600" kern="1200" dirty="0" smtClean="0"/>
            <a:t>/</a:t>
          </a:r>
          <a:r>
            <a:rPr lang="ko-KR" altLang="en-US" sz="1600" kern="1200" dirty="0" smtClean="0"/>
            <a:t>재무</a:t>
          </a:r>
          <a:endParaRPr lang="ko-KR" altLang="en-US" sz="1600" kern="1200" dirty="0"/>
        </a:p>
      </dsp:txBody>
      <dsp:txXfrm>
        <a:off x="4869368" y="2900482"/>
        <a:ext cx="1319719" cy="915941"/>
      </dsp:txXfrm>
    </dsp:sp>
    <dsp:sp modelId="{6891C370-D390-4A0A-9267-24DCBA2E8F6F}">
      <dsp:nvSpPr>
        <dsp:cNvPr id="0" name=""/>
        <dsp:cNvSpPr/>
      </dsp:nvSpPr>
      <dsp:spPr>
        <a:xfrm>
          <a:off x="1227736" y="2595168"/>
          <a:ext cx="1885313" cy="1221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 고객지원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고객관리</a:t>
          </a:r>
          <a:endParaRPr lang="ko-KR" altLang="en-US" sz="1600" kern="1200" dirty="0"/>
        </a:p>
      </dsp:txBody>
      <dsp:txXfrm>
        <a:off x="1227736" y="2900482"/>
        <a:ext cx="1319719" cy="915941"/>
      </dsp:txXfrm>
    </dsp:sp>
    <dsp:sp modelId="{5F66D835-358B-4E80-A763-33F7BD62051B}">
      <dsp:nvSpPr>
        <dsp:cNvPr id="0" name=""/>
        <dsp:cNvSpPr/>
      </dsp:nvSpPr>
      <dsp:spPr>
        <a:xfrm>
          <a:off x="4303774" y="0"/>
          <a:ext cx="1885313" cy="1221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영업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기술영업</a:t>
          </a:r>
          <a:endParaRPr lang="ko-KR" altLang="en-US" sz="1600" kern="1200" dirty="0"/>
        </a:p>
      </dsp:txBody>
      <dsp:txXfrm>
        <a:off x="4869368" y="0"/>
        <a:ext cx="1319719" cy="915941"/>
      </dsp:txXfrm>
    </dsp:sp>
    <dsp:sp modelId="{7DFE081C-8726-4BBE-817B-B6A5388E3A1C}">
      <dsp:nvSpPr>
        <dsp:cNvPr id="0" name=""/>
        <dsp:cNvSpPr/>
      </dsp:nvSpPr>
      <dsp:spPr>
        <a:xfrm>
          <a:off x="1227736" y="0"/>
          <a:ext cx="1885313" cy="12212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1600" kern="1200" dirty="0" smtClean="0"/>
            <a:t> 개발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기술도입</a:t>
          </a:r>
          <a:endParaRPr lang="ko-KR" altLang="en-US" sz="1600" kern="1200" dirty="0"/>
        </a:p>
      </dsp:txBody>
      <dsp:txXfrm>
        <a:off x="1227736" y="0"/>
        <a:ext cx="1319719" cy="915941"/>
      </dsp:txXfrm>
    </dsp:sp>
    <dsp:sp modelId="{1022210C-76AA-4F8B-97C6-AA3F3342ADF3}">
      <dsp:nvSpPr>
        <dsp:cNvPr id="0" name=""/>
        <dsp:cNvSpPr/>
      </dsp:nvSpPr>
      <dsp:spPr>
        <a:xfrm>
          <a:off x="2016232" y="216032"/>
          <a:ext cx="1652511" cy="1652511"/>
        </a:xfrm>
        <a:prstGeom prst="pieWedge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900" kern="1200" dirty="0" smtClean="0"/>
            <a:t>연구</a:t>
          </a:r>
          <a:endParaRPr lang="ko-KR" altLang="en-US" sz="2900" kern="1200" dirty="0"/>
        </a:p>
      </dsp:txBody>
      <dsp:txXfrm>
        <a:off x="2016232" y="216032"/>
        <a:ext cx="1652511" cy="1652511"/>
      </dsp:txXfrm>
    </dsp:sp>
    <dsp:sp modelId="{506491F8-DA07-4839-BABC-4B620B8E657B}">
      <dsp:nvSpPr>
        <dsp:cNvPr id="0" name=""/>
        <dsp:cNvSpPr/>
      </dsp:nvSpPr>
      <dsp:spPr>
        <a:xfrm rot="5400000">
          <a:off x="3745072" y="216032"/>
          <a:ext cx="1652511" cy="1652511"/>
        </a:xfrm>
        <a:prstGeom prst="pieWedge">
          <a:avLst/>
        </a:prstGeom>
        <a:solidFill>
          <a:schemeClr val="accent4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900" kern="1200" dirty="0" smtClean="0"/>
            <a:t>영업</a:t>
          </a:r>
          <a:endParaRPr lang="ko-KR" altLang="en-US" sz="2900" kern="1200" dirty="0"/>
        </a:p>
      </dsp:txBody>
      <dsp:txXfrm rot="5400000">
        <a:off x="3745072" y="216032"/>
        <a:ext cx="1652511" cy="1652511"/>
      </dsp:txXfrm>
    </dsp:sp>
    <dsp:sp modelId="{5EA91133-FD94-4389-8CE2-83D47C8B3E94}">
      <dsp:nvSpPr>
        <dsp:cNvPr id="0" name=""/>
        <dsp:cNvSpPr/>
      </dsp:nvSpPr>
      <dsp:spPr>
        <a:xfrm rot="10800000">
          <a:off x="3745072" y="1944872"/>
          <a:ext cx="1652511" cy="1652511"/>
        </a:xfrm>
        <a:prstGeom prst="pieWedge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900" kern="1200" dirty="0" smtClean="0"/>
            <a:t>경영</a:t>
          </a:r>
          <a:endParaRPr lang="ko-KR" altLang="en-US" sz="2900" kern="1200" dirty="0"/>
        </a:p>
      </dsp:txBody>
      <dsp:txXfrm rot="10800000">
        <a:off x="3745072" y="1944872"/>
        <a:ext cx="1652511" cy="1652511"/>
      </dsp:txXfrm>
    </dsp:sp>
    <dsp:sp modelId="{B028D5EF-1D6B-4A85-94ED-34ACBB757787}">
      <dsp:nvSpPr>
        <dsp:cNvPr id="0" name=""/>
        <dsp:cNvSpPr/>
      </dsp:nvSpPr>
      <dsp:spPr>
        <a:xfrm rot="16200000">
          <a:off x="2016232" y="1944872"/>
          <a:ext cx="1652511" cy="165251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lvl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900" kern="1200" dirty="0" smtClean="0"/>
            <a:t>고객</a:t>
          </a:r>
          <a:endParaRPr lang="ko-KR" altLang="en-US" sz="2900" kern="1200" dirty="0"/>
        </a:p>
      </dsp:txBody>
      <dsp:txXfrm rot="16200000">
        <a:off x="2016232" y="1944872"/>
        <a:ext cx="1652511" cy="1652511"/>
      </dsp:txXfrm>
    </dsp:sp>
    <dsp:sp modelId="{0D5C98FC-1B47-4F03-A281-8B6A37A19EB9}">
      <dsp:nvSpPr>
        <dsp:cNvPr id="0" name=""/>
        <dsp:cNvSpPr/>
      </dsp:nvSpPr>
      <dsp:spPr>
        <a:xfrm>
          <a:off x="3456386" y="1584177"/>
          <a:ext cx="570555" cy="496135"/>
        </a:xfrm>
        <a:prstGeom prst="circularArrow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27C3A-201E-4A16-8D22-401A8C1D12EB}">
      <dsp:nvSpPr>
        <dsp:cNvPr id="0" name=""/>
        <dsp:cNvSpPr/>
      </dsp:nvSpPr>
      <dsp:spPr>
        <a:xfrm rot="10800000">
          <a:off x="3423134" y="1755555"/>
          <a:ext cx="570555" cy="496135"/>
        </a:xfrm>
        <a:prstGeom prst="circularArrow">
          <a:avLst/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13CB7DD-6F5C-455D-A35A-73558B8DEAC1}">
      <dsp:nvSpPr>
        <dsp:cNvPr id="0" name=""/>
        <dsp:cNvSpPr/>
      </dsp:nvSpPr>
      <dsp:spPr>
        <a:xfrm>
          <a:off x="0" y="0"/>
          <a:ext cx="8064896" cy="3312368"/>
        </a:xfrm>
        <a:prstGeom prst="roundRect">
          <a:avLst>
            <a:gd name="adj" fmla="val 8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81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2570766" numCol="1" spcCol="1270" anchor="t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2000" b="1" kern="1200" dirty="0" smtClean="0"/>
            <a:t>IT </a:t>
          </a:r>
          <a:r>
            <a:rPr lang="ko-KR" altLang="en-US" sz="2000" b="1" kern="1200" dirty="0" smtClean="0"/>
            <a:t>자원의 안정된 유지보수 및 운영</a:t>
          </a:r>
          <a:endParaRPr lang="ko-KR" altLang="en-US" sz="2000" b="1" kern="1200" dirty="0"/>
        </a:p>
      </dsp:txBody>
      <dsp:txXfrm>
        <a:off x="0" y="0"/>
        <a:ext cx="8064896" cy="3312368"/>
      </dsp:txXfrm>
    </dsp:sp>
    <dsp:sp modelId="{0DA25852-946F-41AC-AD10-0A9293C1B630}">
      <dsp:nvSpPr>
        <dsp:cNvPr id="0" name=""/>
        <dsp:cNvSpPr/>
      </dsp:nvSpPr>
      <dsp:spPr>
        <a:xfrm>
          <a:off x="201622" y="828092"/>
          <a:ext cx="1209734" cy="112876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우수</a:t>
          </a:r>
          <a:endParaRPr lang="en-US" altLang="ko-KR" sz="1900" kern="1200" dirty="0" smtClean="0"/>
        </a:p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인력</a:t>
          </a:r>
          <a:endParaRPr lang="ko-KR" altLang="en-US" sz="1900" kern="1200" dirty="0"/>
        </a:p>
      </dsp:txBody>
      <dsp:txXfrm>
        <a:off x="201622" y="828092"/>
        <a:ext cx="1209734" cy="1128760"/>
      </dsp:txXfrm>
    </dsp:sp>
    <dsp:sp modelId="{6ADCB699-1994-4BDA-A77C-8D396E428021}">
      <dsp:nvSpPr>
        <dsp:cNvPr id="0" name=""/>
        <dsp:cNvSpPr/>
      </dsp:nvSpPr>
      <dsp:spPr>
        <a:xfrm>
          <a:off x="201622" y="2015744"/>
          <a:ext cx="1209734" cy="1128760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최고</a:t>
          </a:r>
          <a:endParaRPr lang="en-US" altLang="ko-KR" sz="1900" kern="1200" dirty="0" smtClean="0"/>
        </a:p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기술</a:t>
          </a:r>
          <a:endParaRPr lang="ko-KR" altLang="en-US" sz="1900" kern="1200" dirty="0"/>
        </a:p>
      </dsp:txBody>
      <dsp:txXfrm>
        <a:off x="201622" y="2015744"/>
        <a:ext cx="1209734" cy="1128760"/>
      </dsp:txXfrm>
    </dsp:sp>
    <dsp:sp modelId="{A1CF2CEE-BCE1-4D9D-8709-2BDF884C3232}">
      <dsp:nvSpPr>
        <dsp:cNvPr id="0" name=""/>
        <dsp:cNvSpPr/>
      </dsp:nvSpPr>
      <dsp:spPr>
        <a:xfrm>
          <a:off x="1612979" y="828092"/>
          <a:ext cx="6250294" cy="2318657"/>
        </a:xfrm>
        <a:prstGeom prst="roundRect">
          <a:avLst>
            <a:gd name="adj" fmla="val 1050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1472348" numCol="1" spcCol="1270" anchor="t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b="1" kern="1200" dirty="0" smtClean="0"/>
            <a:t>서비스</a:t>
          </a:r>
          <a:endParaRPr lang="ko-KR" altLang="en-US" sz="2000" b="1" kern="1200" dirty="0"/>
        </a:p>
      </dsp:txBody>
      <dsp:txXfrm>
        <a:off x="1612979" y="828092"/>
        <a:ext cx="6250294" cy="2318657"/>
      </dsp:txXfrm>
    </dsp:sp>
    <dsp:sp modelId="{5793D5CA-3668-480F-9E14-3E0A9815E6E2}">
      <dsp:nvSpPr>
        <dsp:cNvPr id="0" name=""/>
        <dsp:cNvSpPr/>
      </dsp:nvSpPr>
      <dsp:spPr>
        <a:xfrm>
          <a:off x="1769236" y="1639622"/>
          <a:ext cx="1250058" cy="63731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신속</a:t>
          </a:r>
          <a:endParaRPr lang="ko-KR" altLang="en-US" sz="1900" kern="1200" dirty="0"/>
        </a:p>
      </dsp:txBody>
      <dsp:txXfrm>
        <a:off x="1769236" y="1639622"/>
        <a:ext cx="1250058" cy="637319"/>
      </dsp:txXfrm>
    </dsp:sp>
    <dsp:sp modelId="{C691C3F8-179C-483F-82FD-FE54B3DF099D}">
      <dsp:nvSpPr>
        <dsp:cNvPr id="0" name=""/>
        <dsp:cNvSpPr/>
      </dsp:nvSpPr>
      <dsp:spPr>
        <a:xfrm>
          <a:off x="1769236" y="2334770"/>
          <a:ext cx="1250058" cy="637319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정확</a:t>
          </a:r>
          <a:endParaRPr lang="ko-KR" altLang="en-US" sz="1900" kern="1200" dirty="0"/>
        </a:p>
      </dsp:txBody>
      <dsp:txXfrm>
        <a:off x="1769236" y="2334770"/>
        <a:ext cx="1250058" cy="637319"/>
      </dsp:txXfrm>
    </dsp:sp>
    <dsp:sp modelId="{7C0B9EEB-8B6C-479D-9B41-F0ED6AC2184C}">
      <dsp:nvSpPr>
        <dsp:cNvPr id="0" name=""/>
        <dsp:cNvSpPr/>
      </dsp:nvSpPr>
      <dsp:spPr>
        <a:xfrm>
          <a:off x="3185633" y="1656184"/>
          <a:ext cx="4476017" cy="1324947"/>
        </a:xfrm>
        <a:prstGeom prst="roundRect">
          <a:avLst>
            <a:gd name="adj" fmla="val 105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47859" numCol="1" spcCol="1270" anchor="t" anchorCtr="0">
          <a:noAutofit/>
        </a:bodyPr>
        <a:lstStyle/>
        <a:p>
          <a:pPr lvl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b="1" kern="1200" dirty="0" smtClean="0"/>
            <a:t>고객</a:t>
          </a:r>
          <a:endParaRPr lang="ko-KR" altLang="en-US" sz="2000" b="1" kern="1200" dirty="0"/>
        </a:p>
      </dsp:txBody>
      <dsp:txXfrm>
        <a:off x="3185633" y="1656184"/>
        <a:ext cx="4476017" cy="1324947"/>
      </dsp:txXfrm>
    </dsp:sp>
    <dsp:sp modelId="{9954B4E8-B17F-4968-9312-83CB0F546AB5}">
      <dsp:nvSpPr>
        <dsp:cNvPr id="0" name=""/>
        <dsp:cNvSpPr/>
      </dsp:nvSpPr>
      <dsp:spPr>
        <a:xfrm>
          <a:off x="3297534" y="2252410"/>
          <a:ext cx="2094964" cy="59622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만족</a:t>
          </a:r>
          <a:endParaRPr lang="ko-KR" altLang="en-US" sz="1900" kern="1200" dirty="0"/>
        </a:p>
      </dsp:txBody>
      <dsp:txXfrm>
        <a:off x="3297534" y="2252410"/>
        <a:ext cx="2094964" cy="596226"/>
      </dsp:txXfrm>
    </dsp:sp>
    <dsp:sp modelId="{B22AF38E-B31C-4231-B52E-C17560C42CEE}">
      <dsp:nvSpPr>
        <dsp:cNvPr id="0" name=""/>
        <dsp:cNvSpPr/>
      </dsp:nvSpPr>
      <dsp:spPr>
        <a:xfrm>
          <a:off x="5452099" y="2252410"/>
          <a:ext cx="2094964" cy="596226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900" kern="1200" dirty="0" smtClean="0"/>
            <a:t>성장</a:t>
          </a:r>
          <a:endParaRPr lang="ko-KR" altLang="en-US" sz="1900" kern="1200" dirty="0"/>
        </a:p>
      </dsp:txBody>
      <dsp:txXfrm>
        <a:off x="5452099" y="2252410"/>
        <a:ext cx="2094964" cy="596226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46F64775-381C-4462-9270-022F3D0F9E86}">
      <dsp:nvSpPr>
        <dsp:cNvPr id="0" name=""/>
        <dsp:cNvSpPr/>
      </dsp:nvSpPr>
      <dsp:spPr>
        <a:xfrm>
          <a:off x="2016214" y="1584166"/>
          <a:ext cx="1940615" cy="1940615"/>
        </a:xfrm>
        <a:prstGeom prst="gear9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500" kern="1200" dirty="0" smtClean="0"/>
            <a:t>서비스</a:t>
          </a:r>
          <a:endParaRPr lang="ko-KR" altLang="en-US" sz="2500" kern="1200" dirty="0"/>
        </a:p>
      </dsp:txBody>
      <dsp:txXfrm>
        <a:off x="2016214" y="1584166"/>
        <a:ext cx="1940615" cy="1940615"/>
      </dsp:txXfrm>
    </dsp:sp>
    <dsp:sp modelId="{29A4FA4D-B05F-4082-9525-03CA104D6E9C}">
      <dsp:nvSpPr>
        <dsp:cNvPr id="0" name=""/>
        <dsp:cNvSpPr/>
      </dsp:nvSpPr>
      <dsp:spPr>
        <a:xfrm>
          <a:off x="887140" y="1125486"/>
          <a:ext cx="1411356" cy="1411356"/>
        </a:xfrm>
        <a:prstGeom prst="gear6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500" kern="1200" dirty="0" smtClean="0"/>
            <a:t>인력</a:t>
          </a:r>
          <a:endParaRPr lang="ko-KR" altLang="en-US" sz="2500" kern="1200" dirty="0"/>
        </a:p>
      </dsp:txBody>
      <dsp:txXfrm>
        <a:off x="887140" y="1125486"/>
        <a:ext cx="1411356" cy="1411356"/>
      </dsp:txXfrm>
    </dsp:sp>
    <dsp:sp modelId="{72B20E94-7C29-40EB-A6B2-B51AC79F0E89}">
      <dsp:nvSpPr>
        <dsp:cNvPr id="0" name=""/>
        <dsp:cNvSpPr/>
      </dsp:nvSpPr>
      <dsp:spPr>
        <a:xfrm rot="20700000">
          <a:off x="1667558" y="155393"/>
          <a:ext cx="1382841" cy="1382841"/>
        </a:xfrm>
        <a:prstGeom prst="gear6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  <a:scene3d>
          <a:camera prst="orthographicFront"/>
          <a:lightRig rig="threePt" dir="t"/>
        </a:scene3d>
        <a:sp3d>
          <a:bevelT w="165100" prst="coolSlan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500" kern="1200" dirty="0" smtClean="0"/>
            <a:t>기술</a:t>
          </a:r>
          <a:endParaRPr lang="ko-KR" altLang="en-US" sz="2500" kern="1200" dirty="0"/>
        </a:p>
      </dsp:txBody>
      <dsp:txXfrm>
        <a:off x="1970855" y="458690"/>
        <a:ext cx="776246" cy="776246"/>
      </dsp:txXfrm>
    </dsp:sp>
    <dsp:sp modelId="{6D333C9C-D5F3-438C-8BC9-CC5FDEE5FE46}">
      <dsp:nvSpPr>
        <dsp:cNvPr id="0" name=""/>
        <dsp:cNvSpPr/>
      </dsp:nvSpPr>
      <dsp:spPr>
        <a:xfrm>
          <a:off x="1863430" y="1298998"/>
          <a:ext cx="2483987" cy="2483987"/>
        </a:xfrm>
        <a:prstGeom prst="circularArrow">
          <a:avLst>
            <a:gd name="adj1" fmla="val 4687"/>
            <a:gd name="adj2" fmla="val 299029"/>
            <a:gd name="adj3" fmla="val 2497997"/>
            <a:gd name="adj4" fmla="val 15900985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03440-11C1-4801-A64F-298E3CF8E936}">
      <dsp:nvSpPr>
        <dsp:cNvPr id="0" name=""/>
        <dsp:cNvSpPr/>
      </dsp:nvSpPr>
      <dsp:spPr>
        <a:xfrm>
          <a:off x="640790" y="819663"/>
          <a:ext cx="1804772" cy="180477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F2A231-835E-4A6D-8FF6-3FC74A8559B0}">
      <dsp:nvSpPr>
        <dsp:cNvPr id="0" name=""/>
        <dsp:cNvSpPr/>
      </dsp:nvSpPr>
      <dsp:spPr>
        <a:xfrm>
          <a:off x="1361377" y="-144643"/>
          <a:ext cx="1945908" cy="194590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F6B1095-B056-4432-8EAB-DB47E42E336F}">
      <dsp:nvSpPr>
        <dsp:cNvPr id="0" name=""/>
        <dsp:cNvSpPr/>
      </dsp:nvSpPr>
      <dsp:spPr>
        <a:xfrm>
          <a:off x="2587" y="432515"/>
          <a:ext cx="918664" cy="9186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H/W, S/W </a:t>
          </a:r>
          <a:endParaRPr lang="ko-KR" altLang="en-US" sz="1600" kern="1200" dirty="0"/>
        </a:p>
      </dsp:txBody>
      <dsp:txXfrm>
        <a:off x="2587" y="432515"/>
        <a:ext cx="918664" cy="918664"/>
      </dsp:txXfrm>
    </dsp:sp>
    <dsp:sp modelId="{E5682121-EFDA-42B4-87F5-907E72C04EEB}">
      <dsp:nvSpPr>
        <dsp:cNvPr id="0" name=""/>
        <dsp:cNvSpPr/>
      </dsp:nvSpPr>
      <dsp:spPr>
        <a:xfrm>
          <a:off x="195507" y="1425775"/>
          <a:ext cx="532825" cy="53282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600" kern="1200" dirty="0"/>
        </a:p>
      </dsp:txBody>
      <dsp:txXfrm>
        <a:off x="195507" y="1425775"/>
        <a:ext cx="532825" cy="532825"/>
      </dsp:txXfrm>
    </dsp:sp>
    <dsp:sp modelId="{01F2B80F-74FD-41C2-92F6-B093F9A54E1B}">
      <dsp:nvSpPr>
        <dsp:cNvPr id="0" name=""/>
        <dsp:cNvSpPr/>
      </dsp:nvSpPr>
      <dsp:spPr>
        <a:xfrm>
          <a:off x="2587" y="2033196"/>
          <a:ext cx="918664" cy="91866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300" kern="1200" dirty="0" smtClean="0"/>
            <a:t>인력</a:t>
          </a:r>
          <a:endParaRPr lang="ko-KR" altLang="en-US" sz="2300" kern="1200" dirty="0"/>
        </a:p>
      </dsp:txBody>
      <dsp:txXfrm>
        <a:off x="2587" y="2033196"/>
        <a:ext cx="918664" cy="918664"/>
      </dsp:txXfrm>
    </dsp:sp>
    <dsp:sp modelId="{1043E777-87E1-48CD-9F42-A78E51F329DC}">
      <dsp:nvSpPr>
        <dsp:cNvPr id="0" name=""/>
        <dsp:cNvSpPr/>
      </dsp:nvSpPr>
      <dsp:spPr>
        <a:xfrm>
          <a:off x="1059052" y="1521316"/>
          <a:ext cx="292135" cy="3417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ko-KR" altLang="en-US" sz="1000" kern="1200" dirty="0"/>
        </a:p>
      </dsp:txBody>
      <dsp:txXfrm>
        <a:off x="1059052" y="1521316"/>
        <a:ext cx="292135" cy="341743"/>
      </dsp:txXfrm>
    </dsp:sp>
    <dsp:sp modelId="{EA1E22B4-58C8-48C7-A90C-40A134CEBEE0}">
      <dsp:nvSpPr>
        <dsp:cNvPr id="0" name=""/>
        <dsp:cNvSpPr/>
      </dsp:nvSpPr>
      <dsp:spPr>
        <a:xfrm>
          <a:off x="1472451" y="773523"/>
          <a:ext cx="1837329" cy="18373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  <a:bevelB prst="convex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000" kern="1200" dirty="0" smtClean="0"/>
            <a:t>정보시스템 </a:t>
          </a:r>
          <a:endParaRPr lang="ko-KR" altLang="en-US" sz="3000" kern="1200" dirty="0"/>
        </a:p>
      </dsp:txBody>
      <dsp:txXfrm>
        <a:off x="1472451" y="773523"/>
        <a:ext cx="1837329" cy="1837329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897233E-AFE7-4862-835D-A52AE3FD8350}">
      <dsp:nvSpPr>
        <dsp:cNvPr id="0" name=""/>
        <dsp:cNvSpPr/>
      </dsp:nvSpPr>
      <dsp:spPr>
        <a:xfrm rot="5400000">
          <a:off x="-162982" y="223826"/>
          <a:ext cx="1484312" cy="1039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900" kern="1200" dirty="0" smtClean="0"/>
            <a:t>H/W</a:t>
          </a:r>
        </a:p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900" kern="1200" dirty="0" smtClean="0"/>
            <a:t>S/W </a:t>
          </a:r>
          <a:r>
            <a:rPr lang="ko-KR" altLang="en-US" sz="900" kern="1200" dirty="0" smtClean="0"/>
            <a:t>공급</a:t>
          </a:r>
          <a:endParaRPr lang="ko-KR" altLang="en-US" sz="900" kern="1200" dirty="0"/>
        </a:p>
      </dsp:txBody>
      <dsp:txXfrm rot="5400000">
        <a:off x="-162982" y="223826"/>
        <a:ext cx="1484312" cy="1039018"/>
      </dsp:txXfrm>
    </dsp:sp>
    <dsp:sp modelId="{A3934AF0-FBCE-453F-B48C-59B49CE3CD32}">
      <dsp:nvSpPr>
        <dsp:cNvPr id="0" name=""/>
        <dsp:cNvSpPr/>
      </dsp:nvSpPr>
      <dsp:spPr>
        <a:xfrm rot="5400000">
          <a:off x="2066842" y="-842711"/>
          <a:ext cx="964803" cy="26502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800" kern="1200" dirty="0" smtClean="0"/>
            <a:t> H/W, S/W </a:t>
          </a:r>
          <a:r>
            <a:rPr lang="ko-KR" altLang="en-US" sz="1800" kern="1200" dirty="0" smtClean="0"/>
            <a:t>공급</a:t>
          </a:r>
          <a:endParaRPr lang="ko-KR" altLang="en-US" sz="18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기술지원 및 유지보수</a:t>
          </a:r>
          <a:endParaRPr lang="ko-KR" altLang="en-US" sz="1600" kern="1200" dirty="0"/>
        </a:p>
      </dsp:txBody>
      <dsp:txXfrm rot="5400000">
        <a:off x="2066842" y="-842711"/>
        <a:ext cx="964803" cy="2650232"/>
      </dsp:txXfrm>
    </dsp:sp>
    <dsp:sp modelId="{49BD5F0B-73B7-4842-8482-79B20BEAD313}">
      <dsp:nvSpPr>
        <dsp:cNvPr id="0" name=""/>
        <dsp:cNvSpPr/>
      </dsp:nvSpPr>
      <dsp:spPr>
        <a:xfrm rot="5400000">
          <a:off x="-162982" y="1512490"/>
          <a:ext cx="1484312" cy="1039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900" kern="1200" dirty="0" smtClean="0"/>
            <a:t>인력공급</a:t>
          </a:r>
          <a:endParaRPr lang="ko-KR" altLang="en-US" sz="900" kern="1200" dirty="0"/>
        </a:p>
      </dsp:txBody>
      <dsp:txXfrm rot="5400000">
        <a:off x="-162982" y="1512490"/>
        <a:ext cx="1484312" cy="1039018"/>
      </dsp:txXfrm>
    </dsp:sp>
    <dsp:sp modelId="{6ED5C745-418F-4277-8C48-BBBF28305BDF}">
      <dsp:nvSpPr>
        <dsp:cNvPr id="0" name=""/>
        <dsp:cNvSpPr/>
      </dsp:nvSpPr>
      <dsp:spPr>
        <a:xfrm rot="5400000">
          <a:off x="2100656" y="407199"/>
          <a:ext cx="964803" cy="27300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개발인력 지원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운영인력 지원</a:t>
          </a:r>
          <a:endParaRPr lang="ko-KR" altLang="en-US" sz="1600" kern="1200" dirty="0"/>
        </a:p>
      </dsp:txBody>
      <dsp:txXfrm rot="5400000">
        <a:off x="2100656" y="407199"/>
        <a:ext cx="964803" cy="2730091"/>
      </dsp:txXfrm>
    </dsp:sp>
    <dsp:sp modelId="{AE084AFF-5AC7-49DD-A42A-0156FDE249FE}">
      <dsp:nvSpPr>
        <dsp:cNvPr id="0" name=""/>
        <dsp:cNvSpPr/>
      </dsp:nvSpPr>
      <dsp:spPr>
        <a:xfrm rot="5400000">
          <a:off x="-162982" y="2801154"/>
          <a:ext cx="1484312" cy="103901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w="139700" h="139700" prst="divot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900" kern="1200" dirty="0" smtClean="0"/>
            <a:t>전산실 운영</a:t>
          </a:r>
          <a:endParaRPr lang="ko-KR" altLang="en-US" sz="900" kern="1200" dirty="0"/>
        </a:p>
      </dsp:txBody>
      <dsp:txXfrm rot="5400000">
        <a:off x="-162982" y="2801154"/>
        <a:ext cx="1484312" cy="1039018"/>
      </dsp:txXfrm>
    </dsp:sp>
    <dsp:sp modelId="{DA5D495C-7036-404F-931F-554B9015B0AD}">
      <dsp:nvSpPr>
        <dsp:cNvPr id="0" name=""/>
        <dsp:cNvSpPr/>
      </dsp:nvSpPr>
      <dsp:spPr>
        <a:xfrm rot="5400000">
          <a:off x="2100656" y="1695863"/>
          <a:ext cx="964803" cy="273009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전산실 아웃소싱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1600" kern="1200" dirty="0" smtClean="0"/>
            <a:t> </a:t>
          </a:r>
          <a:r>
            <a:rPr lang="ko-KR" altLang="en-US" sz="1600" kern="1200" dirty="0" smtClean="0"/>
            <a:t>정보시스템 개발 및 운영</a:t>
          </a:r>
          <a:endParaRPr lang="ko-KR" altLang="en-US" sz="1600" kern="1200" dirty="0"/>
        </a:p>
      </dsp:txBody>
      <dsp:txXfrm rot="5400000">
        <a:off x="2100656" y="1695863"/>
        <a:ext cx="964803" cy="2730091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01B62E6-3591-454A-A103-8A7A28B858C0}">
      <dsp:nvSpPr>
        <dsp:cNvPr id="0" name=""/>
        <dsp:cNvSpPr/>
      </dsp:nvSpPr>
      <dsp:spPr>
        <a:xfrm>
          <a:off x="1502233" y="1491742"/>
          <a:ext cx="1244005" cy="1244005"/>
        </a:xfrm>
        <a:prstGeom prst="ellipse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14300" prst="artDeco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lvl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100" b="1" kern="1200" dirty="0" smtClean="0"/>
            <a:t>전산실운영</a:t>
          </a:r>
          <a:endParaRPr lang="ko-KR" altLang="en-US" sz="2100" b="1" kern="1200" dirty="0"/>
        </a:p>
      </dsp:txBody>
      <dsp:txXfrm>
        <a:off x="1502233" y="1491742"/>
        <a:ext cx="1244005" cy="1244005"/>
      </dsp:txXfrm>
    </dsp:sp>
    <dsp:sp modelId="{59DEFAF6-CB29-4CBB-B922-254FCCB90E8D}">
      <dsp:nvSpPr>
        <dsp:cNvPr id="0" name=""/>
        <dsp:cNvSpPr/>
      </dsp:nvSpPr>
      <dsp:spPr>
        <a:xfrm rot="12900000">
          <a:off x="693415" y="1271560"/>
          <a:ext cx="962449" cy="35454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BE549-436D-48E9-A47F-B05B5B631646}">
      <dsp:nvSpPr>
        <dsp:cNvPr id="0" name=""/>
        <dsp:cNvSpPr/>
      </dsp:nvSpPr>
      <dsp:spPr>
        <a:xfrm>
          <a:off x="189541" y="700089"/>
          <a:ext cx="1181805" cy="945444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/>
            <a:t>정보시스템 개빌 및 운영</a:t>
          </a:r>
          <a:endParaRPr lang="ko-KR" altLang="en-US" sz="1400" b="1" kern="1200" dirty="0"/>
        </a:p>
      </dsp:txBody>
      <dsp:txXfrm>
        <a:off x="189541" y="700089"/>
        <a:ext cx="1181805" cy="945444"/>
      </dsp:txXfrm>
    </dsp:sp>
    <dsp:sp modelId="{6A46CA53-F79A-4651-BE7C-3A1E9B74C2FE}">
      <dsp:nvSpPr>
        <dsp:cNvPr id="0" name=""/>
        <dsp:cNvSpPr/>
      </dsp:nvSpPr>
      <dsp:spPr>
        <a:xfrm rot="16200000">
          <a:off x="1643011" y="777231"/>
          <a:ext cx="962449" cy="35454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5D12B-E613-4E2E-9511-6824877A2CD4}">
      <dsp:nvSpPr>
        <dsp:cNvPr id="0" name=""/>
        <dsp:cNvSpPr/>
      </dsp:nvSpPr>
      <dsp:spPr>
        <a:xfrm>
          <a:off x="1533333" y="555"/>
          <a:ext cx="1181805" cy="945444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/>
            <a:t>시스템 유지보수</a:t>
          </a:r>
          <a:endParaRPr lang="ko-KR" altLang="en-US" sz="1400" b="1" kern="1200" dirty="0"/>
        </a:p>
      </dsp:txBody>
      <dsp:txXfrm>
        <a:off x="1533333" y="555"/>
        <a:ext cx="1181805" cy="945444"/>
      </dsp:txXfrm>
    </dsp:sp>
    <dsp:sp modelId="{56AFD5C6-71C9-4E30-A246-42A587358302}">
      <dsp:nvSpPr>
        <dsp:cNvPr id="0" name=""/>
        <dsp:cNvSpPr/>
      </dsp:nvSpPr>
      <dsp:spPr>
        <a:xfrm rot="19500000">
          <a:off x="2592607" y="1271560"/>
          <a:ext cx="962449" cy="354541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FBE5C-8144-466D-BD86-BB1B4608DAFD}">
      <dsp:nvSpPr>
        <dsp:cNvPr id="0" name=""/>
        <dsp:cNvSpPr/>
      </dsp:nvSpPr>
      <dsp:spPr>
        <a:xfrm>
          <a:off x="2877125" y="700089"/>
          <a:ext cx="1181805" cy="9454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400" b="1" kern="1200" dirty="0" smtClean="0"/>
            <a:t>네트웍장비유지보수</a:t>
          </a:r>
          <a:endParaRPr lang="ko-KR" altLang="en-US" sz="1400" b="1" kern="1200" dirty="0"/>
        </a:p>
      </dsp:txBody>
      <dsp:txXfrm>
        <a:off x="2877125" y="700089"/>
        <a:ext cx="1181805" cy="945444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16EF751-15B6-4224-9FCD-CA695CAE98C2}">
      <dsp:nvSpPr>
        <dsp:cNvPr id="0" name=""/>
        <dsp:cNvSpPr/>
      </dsp:nvSpPr>
      <dsp:spPr>
        <a:xfrm>
          <a:off x="0" y="30625"/>
          <a:ext cx="7479905" cy="1246187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path path="circle">
            <a:fillToRect r="100000" b="100000"/>
          </a:path>
          <a:tileRect l="-100000" t="-100000"/>
        </a:gradFill>
        <a:ln w="25400" cap="flat" cmpd="sng" algn="ctr">
          <a:noFill/>
          <a:prstDash val="solid"/>
        </a:ln>
        <a:effectLst/>
        <a:scene3d>
          <a:camera prst="orthographicFront"/>
          <a:lightRig rig="threePt" dir="t"/>
        </a:scene3d>
        <a:sp3d>
          <a:bevelT w="152400" h="50800" prst="softRound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4200" kern="1200" dirty="0" smtClean="0"/>
            <a:t>국내외 우수 제품 공급</a:t>
          </a:r>
          <a:endParaRPr lang="ko-KR" altLang="en-US" sz="4200" kern="1200" dirty="0"/>
        </a:p>
      </dsp:txBody>
      <dsp:txXfrm>
        <a:off x="0" y="30625"/>
        <a:ext cx="7479905" cy="1246187"/>
      </dsp:txXfrm>
    </dsp:sp>
    <dsp:sp modelId="{8B4047B6-5E8F-46AC-BD7A-D0B3E05AF3E0}">
      <dsp:nvSpPr>
        <dsp:cNvPr id="0" name=""/>
        <dsp:cNvSpPr/>
      </dsp:nvSpPr>
      <dsp:spPr>
        <a:xfrm>
          <a:off x="11764" y="1376625"/>
          <a:ext cx="5201716" cy="1246187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3400" kern="1200" dirty="0" smtClean="0">
              <a:solidFill>
                <a:schemeClr val="tx1"/>
              </a:solidFill>
            </a:rPr>
            <a:t>S/W </a:t>
          </a:r>
          <a:r>
            <a:rPr lang="ko-KR" altLang="en-US" sz="3400" kern="1200" dirty="0" smtClean="0">
              <a:solidFill>
                <a:schemeClr val="tx1"/>
              </a:solidFill>
            </a:rPr>
            <a:t>및 정보시스템 공급</a:t>
          </a:r>
          <a:endParaRPr lang="ko-KR" altLang="en-US" sz="3400" kern="1200" dirty="0">
            <a:solidFill>
              <a:schemeClr val="tx1"/>
            </a:solidFill>
          </a:endParaRPr>
        </a:p>
      </dsp:txBody>
      <dsp:txXfrm>
        <a:off x="11764" y="1376625"/>
        <a:ext cx="5201716" cy="1246187"/>
      </dsp:txXfrm>
    </dsp:sp>
    <dsp:sp modelId="{6C89D5EA-FB35-4B20-8CE3-02E1FC391CDB}">
      <dsp:nvSpPr>
        <dsp:cNvPr id="0" name=""/>
        <dsp:cNvSpPr/>
      </dsp:nvSpPr>
      <dsp:spPr>
        <a:xfrm>
          <a:off x="9955" y="2767859"/>
          <a:ext cx="2547363" cy="1246187"/>
        </a:xfrm>
        <a:prstGeom prst="roundRect">
          <a:avLst>
            <a:gd name="adj" fmla="val 10000"/>
          </a:avLst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400" kern="1200" dirty="0" smtClean="0">
              <a:solidFill>
                <a:schemeClr val="tx1"/>
              </a:solidFill>
            </a:rPr>
            <a:t>서버 및 전산기기 공급</a:t>
          </a:r>
          <a:endParaRPr lang="ko-KR" altLang="en-US" sz="2400" kern="1200" dirty="0">
            <a:solidFill>
              <a:schemeClr val="tx1"/>
            </a:solidFill>
          </a:endParaRPr>
        </a:p>
      </dsp:txBody>
      <dsp:txXfrm>
        <a:off x="9955" y="2767859"/>
        <a:ext cx="2547363" cy="1246187"/>
      </dsp:txXfrm>
    </dsp:sp>
    <dsp:sp modelId="{ED162451-34D0-41FF-8DE7-C6E33BFB47C1}">
      <dsp:nvSpPr>
        <dsp:cNvPr id="0" name=""/>
        <dsp:cNvSpPr/>
      </dsp:nvSpPr>
      <dsp:spPr>
        <a:xfrm>
          <a:off x="2664308" y="2767859"/>
          <a:ext cx="2547363" cy="1246187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400" kern="1200" dirty="0" smtClean="0">
              <a:solidFill>
                <a:schemeClr val="tx1"/>
              </a:solidFill>
            </a:rPr>
            <a:t>네트워크 장비 공급</a:t>
          </a:r>
          <a:endParaRPr lang="ko-KR" altLang="en-US" sz="2400" kern="1200" dirty="0">
            <a:solidFill>
              <a:schemeClr val="tx1"/>
            </a:solidFill>
          </a:endParaRPr>
        </a:p>
      </dsp:txBody>
      <dsp:txXfrm>
        <a:off x="2664308" y="2767859"/>
        <a:ext cx="2547363" cy="1246187"/>
      </dsp:txXfrm>
    </dsp:sp>
    <dsp:sp modelId="{9CFE366C-3CBD-434A-8DBC-B35B2F8A3174}">
      <dsp:nvSpPr>
        <dsp:cNvPr id="0" name=""/>
        <dsp:cNvSpPr/>
      </dsp:nvSpPr>
      <dsp:spPr>
        <a:xfrm>
          <a:off x="5374524" y="1346916"/>
          <a:ext cx="2049608" cy="2685534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400" kern="1200" dirty="0" smtClean="0">
              <a:solidFill>
                <a:schemeClr val="tx1"/>
              </a:solidFill>
            </a:rPr>
            <a:t>유지보수</a:t>
          </a:r>
          <a:endParaRPr lang="en-US" altLang="ko-KR" sz="3400" kern="1200" dirty="0" smtClean="0">
            <a:solidFill>
              <a:schemeClr val="tx1"/>
            </a:solidFill>
          </a:endParaRPr>
        </a:p>
        <a:p>
          <a:pPr lvl="0" algn="ctr" defTabSz="1511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3400" kern="1200" dirty="0" smtClean="0">
              <a:solidFill>
                <a:schemeClr val="tx1"/>
              </a:solidFill>
            </a:rPr>
            <a:t> 및 운영</a:t>
          </a:r>
          <a:endParaRPr lang="ko-KR" altLang="en-US" sz="3400" kern="1200" dirty="0">
            <a:solidFill>
              <a:schemeClr val="tx1"/>
            </a:solidFill>
          </a:endParaRPr>
        </a:p>
      </dsp:txBody>
      <dsp:txXfrm>
        <a:off x="5374524" y="1346916"/>
        <a:ext cx="2049608" cy="2685534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101FC69-1985-4958-A357-3048464F56A7}">
      <dsp:nvSpPr>
        <dsp:cNvPr id="0" name=""/>
        <dsp:cNvSpPr/>
      </dsp:nvSpPr>
      <dsp:spPr>
        <a:xfrm>
          <a:off x="496611" y="476383"/>
          <a:ext cx="3183240" cy="3183240"/>
        </a:xfrm>
        <a:prstGeom prst="blockArc">
          <a:avLst>
            <a:gd name="adj1" fmla="val 10800000"/>
            <a:gd name="adj2" fmla="val 162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E45E4-9660-4F65-9AF1-B3D84176F522}">
      <dsp:nvSpPr>
        <dsp:cNvPr id="0" name=""/>
        <dsp:cNvSpPr/>
      </dsp:nvSpPr>
      <dsp:spPr>
        <a:xfrm>
          <a:off x="496611" y="476383"/>
          <a:ext cx="3183240" cy="3183240"/>
        </a:xfrm>
        <a:prstGeom prst="blockArc">
          <a:avLst>
            <a:gd name="adj1" fmla="val 5400000"/>
            <a:gd name="adj2" fmla="val 108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B6B85-454C-4687-84C3-694533CDD419}">
      <dsp:nvSpPr>
        <dsp:cNvPr id="0" name=""/>
        <dsp:cNvSpPr/>
      </dsp:nvSpPr>
      <dsp:spPr>
        <a:xfrm>
          <a:off x="496611" y="476383"/>
          <a:ext cx="3183240" cy="3183240"/>
        </a:xfrm>
        <a:prstGeom prst="blockArc">
          <a:avLst>
            <a:gd name="adj1" fmla="val 0"/>
            <a:gd name="adj2" fmla="val 540000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6DE82-A761-4E33-B62E-B13D3106206C}">
      <dsp:nvSpPr>
        <dsp:cNvPr id="0" name=""/>
        <dsp:cNvSpPr/>
      </dsp:nvSpPr>
      <dsp:spPr>
        <a:xfrm>
          <a:off x="496611" y="476383"/>
          <a:ext cx="3183240" cy="3183240"/>
        </a:xfrm>
        <a:prstGeom prst="blockArc">
          <a:avLst>
            <a:gd name="adj1" fmla="val 16200000"/>
            <a:gd name="adj2" fmla="val 0"/>
            <a:gd name="adj3" fmla="val 463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4D99B-0CCD-43F7-BD00-95D85E01852B}">
      <dsp:nvSpPr>
        <dsp:cNvPr id="0" name=""/>
        <dsp:cNvSpPr/>
      </dsp:nvSpPr>
      <dsp:spPr>
        <a:xfrm>
          <a:off x="1356127" y="1335899"/>
          <a:ext cx="1464209" cy="1464209"/>
        </a:xfrm>
        <a:prstGeom prst="ellipse">
          <a:avLst/>
        </a:prstGeom>
        <a:gradFill flip="none" rotWithShape="1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path path="shape">
            <a:fillToRect l="50000" t="50000" r="50000" b="50000"/>
          </a:path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114300">
            <a:prstClr val="black"/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/>
            <a:t>인력</a:t>
          </a:r>
          <a:endParaRPr lang="en-US" altLang="ko-KR" sz="2000" kern="1200" dirty="0" smtClean="0"/>
        </a:p>
        <a:p>
          <a:pPr lvl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2000" kern="1200" dirty="0" smtClean="0"/>
            <a:t>공급</a:t>
          </a:r>
          <a:endParaRPr lang="ko-KR" altLang="en-US" sz="2000" kern="1200" dirty="0"/>
        </a:p>
      </dsp:txBody>
      <dsp:txXfrm>
        <a:off x="1356127" y="1335899"/>
        <a:ext cx="1464209" cy="1464209"/>
      </dsp:txXfrm>
    </dsp:sp>
    <dsp:sp modelId="{DB2A7BE5-3FB7-4DEF-9937-9321C28DF38E}">
      <dsp:nvSpPr>
        <dsp:cNvPr id="0" name=""/>
        <dsp:cNvSpPr/>
      </dsp:nvSpPr>
      <dsp:spPr>
        <a:xfrm>
          <a:off x="1575758" y="808"/>
          <a:ext cx="1024946" cy="1024946"/>
        </a:xfrm>
        <a:prstGeom prst="ellipse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dirty="0" smtClean="0">
              <a:solidFill>
                <a:schemeClr val="tx1"/>
              </a:solidFill>
            </a:rPr>
            <a:t>관리자</a:t>
          </a:r>
          <a:endParaRPr lang="ko-KR" altLang="en-US" sz="1700" kern="1200" dirty="0">
            <a:solidFill>
              <a:schemeClr val="tx1"/>
            </a:solidFill>
          </a:endParaRPr>
        </a:p>
      </dsp:txBody>
      <dsp:txXfrm>
        <a:off x="1575758" y="808"/>
        <a:ext cx="1024946" cy="1024946"/>
      </dsp:txXfrm>
    </dsp:sp>
    <dsp:sp modelId="{252BEAA9-5213-477F-BF57-16A2D7AB22A4}">
      <dsp:nvSpPr>
        <dsp:cNvPr id="0" name=""/>
        <dsp:cNvSpPr/>
      </dsp:nvSpPr>
      <dsp:spPr>
        <a:xfrm>
          <a:off x="3130480" y="1555530"/>
          <a:ext cx="1024946" cy="1024946"/>
        </a:xfrm>
        <a:prstGeom prst="ellipse">
          <a:avLst/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dirty="0" smtClean="0">
              <a:solidFill>
                <a:schemeClr val="tx1"/>
              </a:solidFill>
            </a:rPr>
            <a:t>컨설턴트</a:t>
          </a:r>
          <a:endParaRPr lang="ko-KR" altLang="en-US" sz="1700" kern="1200" dirty="0">
            <a:solidFill>
              <a:schemeClr val="tx1"/>
            </a:solidFill>
          </a:endParaRPr>
        </a:p>
      </dsp:txBody>
      <dsp:txXfrm>
        <a:off x="3130480" y="1555530"/>
        <a:ext cx="1024946" cy="1024946"/>
      </dsp:txXfrm>
    </dsp:sp>
    <dsp:sp modelId="{D0CB0D6B-E7B0-4822-BED8-BD73FE5C4547}">
      <dsp:nvSpPr>
        <dsp:cNvPr id="0" name=""/>
        <dsp:cNvSpPr/>
      </dsp:nvSpPr>
      <dsp:spPr>
        <a:xfrm>
          <a:off x="1575758" y="3110252"/>
          <a:ext cx="1024946" cy="1024946"/>
        </a:xfrm>
        <a:prstGeom prst="ellipse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dirty="0" smtClean="0">
              <a:solidFill>
                <a:schemeClr val="tx1"/>
              </a:solidFill>
            </a:rPr>
            <a:t>개발자</a:t>
          </a:r>
          <a:endParaRPr lang="ko-KR" altLang="en-US" sz="1700" kern="1200" dirty="0">
            <a:solidFill>
              <a:schemeClr val="tx1"/>
            </a:solidFill>
          </a:endParaRPr>
        </a:p>
      </dsp:txBody>
      <dsp:txXfrm>
        <a:off x="1575758" y="3110252"/>
        <a:ext cx="1024946" cy="1024946"/>
      </dsp:txXfrm>
    </dsp:sp>
    <dsp:sp modelId="{3F8D31EA-1479-4729-86A1-20FB55C90A06}">
      <dsp:nvSpPr>
        <dsp:cNvPr id="0" name=""/>
        <dsp:cNvSpPr/>
      </dsp:nvSpPr>
      <dsp:spPr>
        <a:xfrm>
          <a:off x="21036" y="1555530"/>
          <a:ext cx="1024946" cy="1024946"/>
        </a:xfrm>
        <a:prstGeom prst="ellipse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63500" dist="50800" dir="18900000">
            <a:prstClr val="black">
              <a:alpha val="50000"/>
            </a:prstClr>
          </a:inn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700" kern="1200" dirty="0" smtClean="0">
              <a:solidFill>
                <a:schemeClr val="tx1"/>
              </a:solidFill>
            </a:rPr>
            <a:t>엔지니어</a:t>
          </a:r>
          <a:endParaRPr lang="ko-KR" altLang="en-US" sz="1700" kern="1200" dirty="0">
            <a:solidFill>
              <a:schemeClr val="tx1"/>
            </a:solidFill>
          </a:endParaRPr>
        </a:p>
      </dsp:txBody>
      <dsp:txXfrm>
        <a:off x="21036" y="1555530"/>
        <a:ext cx="1024946" cy="1024946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0063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500063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r">
              <a:defRPr sz="1300"/>
            </a:lvl1pPr>
          </a:lstStyle>
          <a:p>
            <a:fld id="{4F25B963-9648-4E0F-B287-62AD9CE73B99}" type="datetimeFigureOut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4997450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42" tIns="48221" rIns="96442" bIns="482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7705" y="4750594"/>
            <a:ext cx="5501640" cy="4500563"/>
          </a:xfrm>
          <a:prstGeom prst="rect">
            <a:avLst/>
          </a:prstGeom>
        </p:spPr>
        <p:txBody>
          <a:bodyPr vert="horz" lIns="96442" tIns="48221" rIns="96442" bIns="4822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9451"/>
            <a:ext cx="2980055" cy="500063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5404" y="9499451"/>
            <a:ext cx="2980055" cy="500063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r">
              <a:defRPr sz="1300"/>
            </a:lvl1pPr>
          </a:lstStyle>
          <a:p>
            <a:fld id="{7B970160-8C87-4849-A11B-EF01E8D3A4A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970160-8C87-4849-A11B-EF01E8D3A4A3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0848-C078-4C76-A8AB-C188D1F88AAC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6704-4EE9-42EA-8329-28136AD3287F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28C2-57F3-456F-8D5E-608E4202B969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C172-BEA8-4B39-A89A-4B59A0803B7A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8086-EA4E-422D-B082-05A0B6B62575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8B62F-21B2-43CF-AA9C-FAB8B0551CE9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C108-4C0E-4331-88E8-E00FB3F49615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B772-E9D6-4945-ABA4-50B507BE53FF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2C7FC-D23E-4AA0-81CC-303748EC2D35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 err="1" smtClean="0"/>
              <a:t>대산정보기술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859F2-962C-4D09-9048-E26A1DC3DCD4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091E-A3FF-45C9-985D-8C1789BE276F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6A307-ACF8-4DEE-960E-B5590AF88164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E61A-2951-4B44-A6D0-66EB3CF315F7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20A72-EFFD-4C69-883E-5753859D06D1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9CDA-6F57-46F3-A8EC-7B35899FFAD2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70C8-AC37-47E4-B635-B5E0E686D720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FA1A-8829-4859-BF27-80EAE2EA32B1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2B8E3-D003-46DB-B5FC-B123A3C5C9EE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CD371-64FB-4240-865F-24657AAE9216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18EC4-6DC8-4ED9-9922-C58284472517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870D8-701E-4CF2-B35F-D25F0720A647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3C19C-134B-4869-9829-97E4C1BF92A5}" type="datetime1">
              <a:rPr lang="ko-KR" altLang="en-US" smtClean="0"/>
              <a:pPr/>
              <a:t>2010-08-05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727032" y="6572272"/>
            <a:ext cx="1920240" cy="201432"/>
          </a:xfrm>
        </p:spPr>
        <p:txBody>
          <a:bodyPr/>
          <a:lstStyle/>
          <a:p>
            <a:fld id="{AE8FC739-05EB-4979-8CE4-49260B158BB7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380072" y="6572272"/>
            <a:ext cx="2350681" cy="200797"/>
          </a:xfrm>
        </p:spPr>
        <p:txBody>
          <a:bodyPr/>
          <a:lstStyle/>
          <a:p>
            <a:r>
              <a:rPr lang="ko-KR" altLang="en-US" smtClean="0"/>
              <a:t>대산정보기술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43966" y="6572272"/>
            <a:ext cx="369066" cy="200797"/>
          </a:xfrm>
        </p:spPr>
        <p:txBody>
          <a:bodyPr/>
          <a:lstStyle/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142876" y="1071546"/>
            <a:ext cx="8858280" cy="0"/>
          </a:xfrm>
          <a:prstGeom prst="line">
            <a:avLst/>
          </a:prstGeom>
          <a:ln w="63500"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3643306" y="6429396"/>
            <a:ext cx="5357818" cy="158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BDA03-2425-4B94-82DE-C2A602E6CB76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CE038-8A54-4969-BA10-246577E4A1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0F2B1-6DD8-43A1-A286-3C74B289ECA0}" type="datetime1">
              <a:rPr lang="ko-KR" altLang="en-US" smtClean="0"/>
              <a:pPr/>
              <a:t>2010-08-05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dirty="0" smtClean="0"/>
              <a:t>대산정보기술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5A288-3A62-4E24-9DA6-DC75814E5FB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3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diagramLayout" Target="../diagrams/layout13.xml"/><Relationship Id="rId7" Type="http://schemas.openxmlformats.org/officeDocument/2006/relationships/image" Target="../media/image8.wmf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3429000"/>
            <a:ext cx="3024336" cy="3216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814959"/>
            <a:ext cx="7772400" cy="1470025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>
            <a:normAutofit/>
          </a:bodyPr>
          <a:lstStyle/>
          <a:p>
            <a:r>
              <a:rPr lang="en-US" altLang="ko-KR" sz="1400" b="1" dirty="0" smtClean="0">
                <a:latin typeface="+mj-ea"/>
              </a:rPr>
              <a:t/>
            </a:r>
            <a:br>
              <a:rPr lang="en-US" altLang="ko-KR" sz="1400" b="1" dirty="0" smtClean="0">
                <a:latin typeface="+mj-ea"/>
              </a:rPr>
            </a:br>
            <a:r>
              <a:rPr lang="ko-KR" alt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동녘B" pitchFamily="18" charset="-127"/>
                <a:ea typeface="HY동녘B" pitchFamily="18" charset="-127"/>
              </a:rPr>
              <a:t>대산정보기술</a:t>
            </a:r>
            <a:r>
              <a:rPr lang="ko-KR" alt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</a:rPr>
              <a:t>을 소개 합니다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5373216"/>
            <a:ext cx="7743852" cy="1008112"/>
          </a:xfrm>
        </p:spPr>
        <p:txBody>
          <a:bodyPr>
            <a:normAutofit fontScale="25000" lnSpcReduction="20000"/>
          </a:bodyPr>
          <a:lstStyle/>
          <a:p>
            <a:r>
              <a:rPr lang="ko-KR" altLang="en-US" sz="11200" b="1" dirty="0" smtClean="0">
                <a:solidFill>
                  <a:schemeClr val="tx1"/>
                </a:solidFill>
                <a:latin typeface="HY동녘B" pitchFamily="18" charset="-127"/>
                <a:ea typeface="HY동녘B" pitchFamily="18" charset="-127"/>
                <a:cs typeface="Arial Unicode MS" pitchFamily="50" charset="-127"/>
              </a:rPr>
              <a:t>대산정보기술</a:t>
            </a:r>
            <a:endParaRPr lang="en-US" altLang="ko-KR" sz="11200" b="1" dirty="0" smtClean="0">
              <a:solidFill>
                <a:schemeClr val="tx1"/>
              </a:solidFill>
              <a:latin typeface="HY동녘B" pitchFamily="18" charset="-127"/>
              <a:ea typeface="HY동녘B" pitchFamily="18" charset="-127"/>
              <a:cs typeface="Arial Unicode MS" pitchFamily="50" charset="-127"/>
            </a:endParaRPr>
          </a:p>
          <a:p>
            <a:r>
              <a:rPr lang="ko-KR" altLang="en-US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서울시 금천구 가산동 </a:t>
            </a:r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60-44 </a:t>
            </a:r>
            <a:r>
              <a:rPr lang="ko-KR" altLang="en-US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이엔씨드림타워 </a:t>
            </a:r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7</a:t>
            </a:r>
            <a:r>
              <a:rPr lang="ko-KR" altLang="en-US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차  </a:t>
            </a:r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303</a:t>
            </a:r>
            <a:r>
              <a:rPr lang="ko-KR" altLang="en-US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호</a:t>
            </a:r>
            <a:endParaRPr lang="en-US" altLang="ko-KR" sz="5600" b="1" dirty="0" smtClean="0">
              <a:solidFill>
                <a:schemeClr val="tx1"/>
              </a:solidFill>
              <a:latin typeface="+mj-ea"/>
              <a:ea typeface="+mj-ea"/>
              <a:cs typeface="Arial Unicode MS" pitchFamily="50" charset="-127"/>
            </a:endParaRPr>
          </a:p>
          <a:p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TEL : 070-8638-8502     FAX : </a:t>
            </a:r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02-6330-4013</a:t>
            </a:r>
          </a:p>
          <a:p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E-Mail </a:t>
            </a:r>
            <a:r>
              <a:rPr lang="en-US" altLang="ko-KR" sz="5600" b="1" dirty="0" err="1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Adderess</a:t>
            </a:r>
            <a:r>
              <a:rPr lang="en-US" altLang="ko-KR" sz="5600" b="1" dirty="0" smtClean="0">
                <a:solidFill>
                  <a:schemeClr val="tx1"/>
                </a:solidFill>
                <a:latin typeface="+mj-ea"/>
                <a:ea typeface="+mj-ea"/>
                <a:cs typeface="Arial Unicode MS" pitchFamily="50" charset="-127"/>
              </a:rPr>
              <a:t> : ryousch@naver.com</a:t>
            </a:r>
            <a:endParaRPr lang="en-US" altLang="ko-KR" sz="5600" b="1" dirty="0" smtClean="0">
              <a:solidFill>
                <a:schemeClr val="tx1"/>
              </a:solidFill>
              <a:latin typeface="+mj-ea"/>
              <a:ea typeface="+mj-ea"/>
              <a:cs typeface="Arial Unicode MS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843808" y="5301208"/>
            <a:ext cx="500066" cy="428628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alpha val="2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DAE</a:t>
            </a:r>
          </a:p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+mn-ea"/>
              </a:rPr>
              <a:t>SAN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83568" y="630776"/>
            <a:ext cx="792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u="sng" dirty="0" smtClean="0">
                <a:solidFill>
                  <a:srgbClr val="FF0000"/>
                </a:solidFill>
                <a:latin typeface="+mj-ea"/>
                <a:ea typeface="+mj-ea"/>
              </a:rPr>
              <a:t>“인재를 양성하는 기업” “기술을 연구하는 기업” “미래를 꿈꾸는 기업”  </a:t>
            </a:r>
            <a:endParaRPr lang="ko-KR" altLang="en-US" u="sng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2394" y="2051556"/>
            <a:ext cx="3927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latin typeface="HY바다L" pitchFamily="18" charset="-127"/>
                <a:ea typeface="HY바다L" pitchFamily="18" charset="-127"/>
              </a:rPr>
              <a:t>전산 자원관리의 아웃소싱 전문기업 </a:t>
            </a:r>
            <a:endParaRPr lang="ko-KR" alt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◀ </a:t>
            </a:r>
            <a:r>
              <a:rPr lang="ko-KR" altLang="en-US" sz="3600" dirty="0" smtClean="0"/>
              <a:t>목 차 ▶</a:t>
            </a:r>
            <a:endParaRPr lang="ko-KR" altLang="en-US" sz="3600" dirty="0"/>
          </a:p>
        </p:txBody>
      </p:sp>
      <p:graphicFrame>
        <p:nvGraphicFramePr>
          <p:cNvPr id="12" name="다이어그램 11"/>
          <p:cNvGraphicFramePr/>
          <p:nvPr/>
        </p:nvGraphicFramePr>
        <p:xfrm>
          <a:off x="852264" y="1397000"/>
          <a:ext cx="6096000" cy="4624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1030" name="Picture 6" descr="C:\Program Files\Microsoft Office\MEDIA\CAGCAT10\j0199755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07807" y="3087362"/>
            <a:ext cx="3156681" cy="3221958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1. </a:t>
            </a:r>
            <a:r>
              <a:rPr lang="ko-KR" altLang="en-US" sz="3600" dirty="0" smtClean="0"/>
              <a:t>개요</a:t>
            </a:r>
            <a:endParaRPr lang="ko-KR" altLang="en-US" sz="3600" dirty="0"/>
          </a:p>
        </p:txBody>
      </p:sp>
      <p:pic>
        <p:nvPicPr>
          <p:cNvPr id="9" name="그림 8" descr="Koal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2120" y="1683568"/>
            <a:ext cx="3095327" cy="188944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2" name="모서리가 둥근 직사각형 11"/>
          <p:cNvSpPr/>
          <p:nvPr/>
        </p:nvSpPr>
        <p:spPr>
          <a:xfrm>
            <a:off x="539552" y="1628800"/>
            <a:ext cx="4824536" cy="201622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   대산정보기술은 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IT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산업 발전과  성장으로 기업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자원관리의 중요성 인식됨으로 고객의 보유 정보시스템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전산기기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네트워크 및 통신 관리 및 운영의 효율을 높이는 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IT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아웃소싱 서비스 회사 입니다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당사는 최고의 기술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최고의 인력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최고의 서비스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신 기술 등을 바탕으로 고객에게 최상의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환경을 제공하며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당사는 고객 가 상부상조하여 기업 이익창출에 기여하고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고객과 윈윈 하는 기업으로 자리매김하며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고객에게 최선을 다할 준비된 기업 입니다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 </a:t>
            </a:r>
            <a:endParaRPr lang="en-US" altLang="ko-KR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감사 합니다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3" name="다이어그램 12"/>
          <p:cNvGraphicFramePr/>
          <p:nvPr/>
        </p:nvGraphicFramePr>
        <p:xfrm>
          <a:off x="539552" y="3789040"/>
          <a:ext cx="8280920" cy="2520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2910" y="1187460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1) </a:t>
            </a:r>
            <a:r>
              <a:rPr lang="ko-KR" altLang="en-US" b="1" dirty="0" smtClean="0"/>
              <a:t> 개요</a:t>
            </a:r>
            <a:endParaRPr lang="ko-KR" altLang="en-US" b="1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1. </a:t>
            </a:r>
            <a:r>
              <a:rPr lang="ko-KR" altLang="en-US" sz="3600" dirty="0" smtClean="0"/>
              <a:t>개요</a:t>
            </a:r>
            <a:endParaRPr lang="ko-KR" altLang="en-US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42910" y="1331476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2) </a:t>
            </a:r>
            <a:r>
              <a:rPr lang="ko-KR" altLang="en-US" b="1" dirty="0" smtClean="0"/>
              <a:t> 회사개요</a:t>
            </a:r>
            <a:endParaRPr lang="ko-KR" altLang="en-US" b="1" dirty="0"/>
          </a:p>
        </p:txBody>
      </p:sp>
      <p:graphicFrame>
        <p:nvGraphicFramePr>
          <p:cNvPr id="42" name="다이어그램 41"/>
          <p:cNvGraphicFramePr/>
          <p:nvPr/>
        </p:nvGraphicFramePr>
        <p:xfrm>
          <a:off x="899592" y="1916832"/>
          <a:ext cx="7200800" cy="428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2054" name="Picture 6" descr="C:\Program Files\Microsoft Office\MEDIA\CAGCAT10\j0305257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216" y="2976738"/>
            <a:ext cx="2074532" cy="3332582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1. </a:t>
            </a:r>
            <a:r>
              <a:rPr lang="ko-KR" altLang="en-US" sz="3600" dirty="0" smtClean="0"/>
              <a:t>개요</a:t>
            </a:r>
            <a:endParaRPr lang="ko-KR" altLang="en-US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42910" y="1187460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3) </a:t>
            </a:r>
            <a:r>
              <a:rPr lang="ko-KR" altLang="en-US" b="1" dirty="0" smtClean="0"/>
              <a:t> 조직</a:t>
            </a:r>
            <a:endParaRPr lang="ko-KR" altLang="en-US" b="1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-468560" y="1844824"/>
          <a:ext cx="7416824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모서리가 둥근 직사각형 5"/>
          <p:cNvSpPr/>
          <p:nvPr/>
        </p:nvSpPr>
        <p:spPr>
          <a:xfrm>
            <a:off x="6084168" y="1772816"/>
            <a:ext cx="2520280" cy="38884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 조직 상호간의 유기적인 업무처리 체계 수립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dirty="0" smtClean="0">
                <a:solidFill>
                  <a:schemeClr val="tx1"/>
                </a:solidFill>
              </a:rPr>
              <a:t>고객 서비스 지원체계 강화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b="1" dirty="0" smtClean="0">
                <a:solidFill>
                  <a:schemeClr val="tx1"/>
                </a:solidFill>
              </a:rPr>
              <a:t> 조직의 상호간의 평가체계 구조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endParaRPr lang="en-US" altLang="ko-KR" b="1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b="1" dirty="0" smtClean="0">
                <a:solidFill>
                  <a:schemeClr val="tx1"/>
                </a:solidFill>
              </a:rPr>
              <a:t> </a:t>
            </a:r>
            <a:r>
              <a:rPr lang="ko-KR" altLang="en-US" b="1" dirty="0" smtClean="0">
                <a:solidFill>
                  <a:schemeClr val="tx1"/>
                </a:solidFill>
              </a:rPr>
              <a:t>조직의 미래형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1. </a:t>
            </a:r>
            <a:r>
              <a:rPr lang="ko-KR" altLang="en-US" sz="3600" dirty="0" smtClean="0"/>
              <a:t>개요</a:t>
            </a:r>
            <a:endParaRPr lang="ko-KR" altLang="en-US" sz="3600" dirty="0"/>
          </a:p>
        </p:txBody>
      </p:sp>
      <p:sp>
        <p:nvSpPr>
          <p:cNvPr id="14" name="TextBox 13"/>
          <p:cNvSpPr txBox="1"/>
          <p:nvPr/>
        </p:nvSpPr>
        <p:spPr>
          <a:xfrm>
            <a:off x="642909" y="1196752"/>
            <a:ext cx="2350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4) </a:t>
            </a:r>
            <a:r>
              <a:rPr lang="ko-KR" altLang="en-US" b="1" dirty="0" smtClean="0">
                <a:latin typeface="+mn-ea"/>
              </a:rPr>
              <a:t> 인적 구성</a:t>
            </a:r>
            <a:endParaRPr lang="ko-KR" altLang="en-US" b="1" dirty="0">
              <a:latin typeface="+mn-ea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7585" y="1484784"/>
            <a:ext cx="8056990" cy="129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78" tIns="44760" rIns="86078" bIns="44760">
            <a:spAutoFit/>
          </a:bodyPr>
          <a:lstStyle/>
          <a:p>
            <a:pPr defTabSz="874713">
              <a:lnSpc>
                <a:spcPct val="130000"/>
              </a:lnSpc>
              <a:spcBef>
                <a:spcPct val="0"/>
              </a:spcBef>
              <a:buFont typeface="Marlett" pitchFamily="2" charset="2"/>
              <a:buNone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경쟁력은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다양한 기술과  풍부한 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H/W, N/W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운영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, ERP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구축 및 운영 경험이 풍부한 직원들의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노하우를 고객에게 제공하는데 있습니다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당사는 </a:t>
            </a:r>
            <a:r>
              <a:rPr lang="en-US" altLang="ko-KR" sz="1400" b="1" dirty="0" smtClean="0">
                <a:latin typeface="+mn-ea"/>
              </a:rPr>
              <a:t>H/W, N/W </a:t>
            </a:r>
            <a:r>
              <a:rPr lang="ko-KR" altLang="en-US" sz="1400" b="1" dirty="0" smtClean="0">
                <a:latin typeface="+mn-ea"/>
              </a:rPr>
              <a:t>기술 및 </a:t>
            </a:r>
            <a:r>
              <a:rPr lang="en-US" altLang="ko-KR" sz="1400" b="1" dirty="0" smtClean="0">
                <a:solidFill>
                  <a:schemeClr val="tx1"/>
                </a:solidFill>
                <a:latin typeface="+mn-ea"/>
              </a:rPr>
              <a:t>ERP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에  대한 깊은 이해로부터 나오는 전문성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시스템 운영 경험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우수한 인력을 통하여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고객 사에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최적화된 </a:t>
            </a:r>
            <a:r>
              <a:rPr lang="ko-KR" altLang="en-US" sz="1400" b="1" dirty="0" smtClean="0">
                <a:solidFill>
                  <a:schemeClr val="tx1"/>
                </a:solidFill>
                <a:latin typeface="+mn-ea"/>
              </a:rPr>
              <a:t>서비스를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제공해 드립니다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. 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887909" y="2760377"/>
            <a:ext cx="7932563" cy="358775"/>
          </a:xfrm>
          <a:prstGeom prst="rect">
            <a:avLst/>
          </a:prstGeom>
          <a:solidFill>
            <a:srgbClr val="D5EAFF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91426" tIns="45713" rIns="91426" bIns="45713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Industry Know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887909" y="3114390"/>
            <a:ext cx="7932563" cy="572450"/>
          </a:xfrm>
          <a:prstGeom prst="rect">
            <a:avLst/>
          </a:prstGeom>
          <a:solidFill>
            <a:schemeClr val="bg1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square" lIns="91426" tIns="45713" rIns="91426" bIns="45713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Marlett" pitchFamily="2" charset="2"/>
              <a:buChar char="g"/>
            </a:pP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일반 </a:t>
            </a:r>
            <a:r>
              <a:rPr lang="en-US" altLang="ko-KR" sz="1200" b="1" dirty="0" smtClean="0">
                <a:latin typeface="+mn-ea"/>
              </a:rPr>
              <a:t>H/W, N/W 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제조업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건설업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쇼핑몰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C2C ,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ERP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등의 다양한 산업에 대한 깊은 업무적 이해를 갖고 있습니다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887909" y="3786809"/>
            <a:ext cx="7932563" cy="360362"/>
          </a:xfrm>
          <a:prstGeom prst="rect">
            <a:avLst/>
          </a:prstGeom>
          <a:solidFill>
            <a:srgbClr val="D5EAFF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91426" tIns="45713" rIns="91426" bIns="45713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Operation Experience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887909" y="4142409"/>
            <a:ext cx="7932563" cy="572450"/>
          </a:xfrm>
          <a:prstGeom prst="rect">
            <a:avLst/>
          </a:prstGeom>
          <a:solidFill>
            <a:schemeClr val="bg1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square" lIns="91426" tIns="45713" rIns="91426" bIns="45713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Marlett" pitchFamily="2" charset="2"/>
              <a:buChar char="g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당사는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다수의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ERP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구축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및 운영 경험과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제조업체를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대상으로 </a:t>
            </a:r>
            <a:r>
              <a:rPr lang="ko-KR" altLang="en-US" sz="1200" b="1" dirty="0" smtClean="0">
                <a:latin typeface="+mn-ea"/>
              </a:rPr>
              <a:t>전산자원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및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ERP, Group-Ware , EIS 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솔루션을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운영 지원한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경험이 있습니다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887909" y="4797152"/>
            <a:ext cx="7932563" cy="360362"/>
          </a:xfrm>
          <a:prstGeom prst="rect">
            <a:avLst/>
          </a:prstGeom>
          <a:solidFill>
            <a:srgbClr val="D5EAFF"/>
          </a:solidFill>
          <a:ln w="9525">
            <a:solidFill>
              <a:srgbClr val="B2B2B2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91426" tIns="45713" rIns="91426" bIns="45713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ea"/>
              </a:rPr>
              <a:t>World-Class Human Resources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887909" y="5152752"/>
            <a:ext cx="7932563" cy="812516"/>
          </a:xfrm>
          <a:prstGeom prst="rect">
            <a:avLst/>
          </a:prstGeom>
          <a:solidFill>
            <a:schemeClr val="bg1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square" lIns="91426" tIns="45713" rIns="91426" bIns="45713">
            <a:spAutoFit/>
          </a:bodyPr>
          <a:lstStyle/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Marlett" pitchFamily="2" charset="2"/>
              <a:buChar char="g"/>
            </a:pP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직원은 </a:t>
            </a:r>
            <a:r>
              <a:rPr lang="ko-KR" altLang="en-US" sz="1200" b="1" dirty="0" smtClean="0">
                <a:latin typeface="+mn-ea"/>
              </a:rPr>
              <a:t>대기업에서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기업전략 및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운영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부분에서 성공적으로 일을 했던 인력으로 구성되어 있습니다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Marlett" pitchFamily="2" charset="2"/>
              <a:buChar char="g"/>
            </a:pP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인력의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구성은 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Application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개발자와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Web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개발자</a:t>
            </a:r>
            <a:r>
              <a:rPr lang="en-US" altLang="ko-KR" sz="1200" b="1" dirty="0" smtClean="0">
                <a:solidFill>
                  <a:schemeClr val="tx1"/>
                </a:solidFill>
                <a:latin typeface="+mn-ea"/>
              </a:rPr>
              <a:t>, H/W, N/W, ERP </a:t>
            </a:r>
            <a:r>
              <a:rPr lang="ko-KR" altLang="en-US" sz="1200" b="1" dirty="0" smtClean="0">
                <a:solidFill>
                  <a:schemeClr val="tx1"/>
                </a:solidFill>
                <a:latin typeface="+mn-ea"/>
              </a:rPr>
              <a:t>등 전산자원 운영 및 기술지원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등으로 구성되어 있습니다</a:t>
            </a:r>
            <a:r>
              <a:rPr lang="en-US" altLang="ko-KR" sz="1100" b="1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2. </a:t>
            </a:r>
            <a:r>
              <a:rPr lang="ko-KR" altLang="en-US" sz="3600" dirty="0" smtClean="0"/>
              <a:t>회사비전</a:t>
            </a:r>
            <a:endParaRPr lang="ko-KR" altLang="en-US" sz="3600" dirty="0"/>
          </a:p>
        </p:txBody>
      </p:sp>
      <p:graphicFrame>
        <p:nvGraphicFramePr>
          <p:cNvPr id="4" name="다이어그램 3"/>
          <p:cNvGraphicFramePr/>
          <p:nvPr/>
        </p:nvGraphicFramePr>
        <p:xfrm>
          <a:off x="611560" y="2780928"/>
          <a:ext cx="8064896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직사각형 4"/>
          <p:cNvSpPr/>
          <p:nvPr/>
        </p:nvSpPr>
        <p:spPr>
          <a:xfrm>
            <a:off x="611560" y="1340768"/>
            <a:ext cx="8064896" cy="1296144"/>
          </a:xfrm>
          <a:prstGeom prst="rect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/>
              <a:t>세계 속의 최고 </a:t>
            </a:r>
            <a:r>
              <a:rPr lang="en-US" altLang="ko-KR" sz="2000" b="1" dirty="0" smtClean="0"/>
              <a:t>IT </a:t>
            </a:r>
            <a:r>
              <a:rPr lang="ko-KR" altLang="en-US" sz="2000" b="1" dirty="0" smtClean="0"/>
              <a:t>아웃소싱 전문기업</a:t>
            </a:r>
            <a:endParaRPr lang="ko-KR" altLang="en-US" sz="2000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143272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3. </a:t>
            </a:r>
            <a:r>
              <a:rPr lang="ko-KR" altLang="en-US" sz="3600" dirty="0" smtClean="0"/>
              <a:t>회사목표</a:t>
            </a:r>
            <a:endParaRPr lang="ko-KR" altLang="en-US" sz="3600" dirty="0"/>
          </a:p>
        </p:txBody>
      </p:sp>
      <p:graphicFrame>
        <p:nvGraphicFramePr>
          <p:cNvPr id="4" name="다이어그램 3"/>
          <p:cNvGraphicFramePr/>
          <p:nvPr/>
        </p:nvGraphicFramePr>
        <p:xfrm>
          <a:off x="251520" y="2636912"/>
          <a:ext cx="4392488" cy="352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직사각형 6"/>
          <p:cNvSpPr/>
          <p:nvPr/>
        </p:nvSpPr>
        <p:spPr>
          <a:xfrm>
            <a:off x="1691680" y="1412776"/>
            <a:ext cx="2808312" cy="108012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최고의 기업문화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최고의 기술연구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최고의 고객 서비스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012160" y="3501008"/>
            <a:ext cx="2520280" cy="2664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IT</a:t>
            </a:r>
            <a:r>
              <a:rPr lang="ko-KR" altLang="en-US" dirty="0" smtClean="0">
                <a:solidFill>
                  <a:schemeClr val="tx1"/>
                </a:solidFill>
              </a:rPr>
              <a:t>자원의 최대의 활용 가차 재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창출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기업 보유 </a:t>
            </a:r>
            <a:r>
              <a:rPr lang="en-US" altLang="ko-KR" dirty="0" smtClean="0">
                <a:solidFill>
                  <a:schemeClr val="tx1"/>
                </a:solidFill>
              </a:rPr>
              <a:t>IT</a:t>
            </a:r>
            <a:r>
              <a:rPr lang="ko-KR" altLang="en-US" dirty="0" smtClean="0">
                <a:solidFill>
                  <a:schemeClr val="tx1"/>
                </a:solidFill>
              </a:rPr>
              <a:t>자원 활용의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극대화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신 기술 도입 및 적용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IT</a:t>
            </a:r>
            <a:r>
              <a:rPr lang="ko-KR" altLang="en-US" dirty="0" smtClean="0">
                <a:solidFill>
                  <a:schemeClr val="tx1"/>
                </a:solidFill>
              </a:rPr>
              <a:t>자원의 신속하고 지속적</a:t>
            </a:r>
            <a:r>
              <a:rPr lang="en-US" altLang="ko-KR" dirty="0" smtClean="0">
                <a:solidFill>
                  <a:schemeClr val="tx1"/>
                </a:solidFill>
              </a:rPr>
              <a:t> UPGRADE</a:t>
            </a:r>
          </a:p>
          <a:p>
            <a:pPr>
              <a:buFontTx/>
              <a:buChar char="-"/>
            </a:pPr>
            <a:r>
              <a:rPr lang="en-US" altLang="ko-KR" dirty="0" smtClean="0">
                <a:solidFill>
                  <a:schemeClr val="tx1"/>
                </a:solidFill>
              </a:rPr>
              <a:t> IT</a:t>
            </a:r>
            <a:r>
              <a:rPr lang="ko-KR" altLang="en-US" dirty="0" smtClean="0">
                <a:solidFill>
                  <a:schemeClr val="tx1"/>
                </a:solidFill>
              </a:rPr>
              <a:t>자원 운용의 선진화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364088" y="1412776"/>
            <a:ext cx="3168352" cy="1080120"/>
          </a:xfrm>
          <a:prstGeom prst="rect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/>
              <a:t>세계 속의 기업</a:t>
            </a:r>
            <a:endParaRPr lang="ko-KR" altLang="en-US" b="1" dirty="0"/>
          </a:p>
        </p:txBody>
      </p:sp>
      <p:sp>
        <p:nvSpPr>
          <p:cNvPr id="10" name="오른쪽 화살표 9"/>
          <p:cNvSpPr/>
          <p:nvPr/>
        </p:nvSpPr>
        <p:spPr>
          <a:xfrm>
            <a:off x="4572000" y="1484784"/>
            <a:ext cx="720080" cy="936104"/>
          </a:xfrm>
          <a:prstGeom prst="rightArrow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기업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smtClean="0">
                <a:solidFill>
                  <a:schemeClr val="tx1"/>
                </a:solidFill>
              </a:rPr>
              <a:t>비전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99592" y="1412776"/>
            <a:ext cx="720080" cy="108012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회사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36096" y="3501008"/>
            <a:ext cx="504056" cy="2664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고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위쪽 화살표 13"/>
          <p:cNvSpPr/>
          <p:nvPr/>
        </p:nvSpPr>
        <p:spPr>
          <a:xfrm>
            <a:off x="5868144" y="2708920"/>
            <a:ext cx="2088232" cy="648072"/>
          </a:xfrm>
          <a:prstGeom prst="upArrow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고객의 신뢰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4286280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graphicFrame>
        <p:nvGraphicFramePr>
          <p:cNvPr id="4" name="다이어그램 3"/>
          <p:cNvGraphicFramePr/>
          <p:nvPr/>
        </p:nvGraphicFramePr>
        <p:xfrm>
          <a:off x="899592" y="2348880"/>
          <a:ext cx="3312368" cy="3384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다이어그램 4"/>
          <p:cNvGraphicFramePr/>
          <p:nvPr/>
        </p:nvGraphicFramePr>
        <p:xfrm>
          <a:off x="4932040" y="1484784"/>
          <a:ext cx="400776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899592" y="5661248"/>
            <a:ext cx="7992888" cy="72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prstMaterial="dkEdge">
            <a:bevelT w="101600" prst="riblet"/>
            <a:bevelB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자원의 유지보수 및 운영의 체계화</a:t>
            </a:r>
            <a:endParaRPr lang="en-US" altLang="ko-KR" b="1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2909" y="1124744"/>
            <a:ext cx="2350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1) </a:t>
            </a:r>
            <a:r>
              <a:rPr lang="ko-KR" altLang="en-US" b="1" dirty="0" smtClean="0">
                <a:latin typeface="+mn-ea"/>
              </a:rPr>
              <a:t> 사업분야</a:t>
            </a:r>
            <a:endParaRPr lang="ko-KR" altLang="en-US" b="1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7584" y="1700808"/>
            <a:ext cx="3816424" cy="936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기업 </a:t>
            </a:r>
            <a:r>
              <a:rPr lang="en-US" altLang="ko-KR" b="1" dirty="0" smtClean="0"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b="1" dirty="0" smtClean="0">
                <a:solidFill>
                  <a:schemeClr val="tx1"/>
                </a:solidFill>
                <a:latin typeface="+mn-ea"/>
              </a:rPr>
              <a:t>자원의 유지보수 및 운영</a:t>
            </a: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4355976" y="3861048"/>
            <a:ext cx="292135" cy="341743"/>
            <a:chOff x="1059052" y="1521316"/>
            <a:chExt cx="292135" cy="341743"/>
          </a:xfrm>
        </p:grpSpPr>
        <p:sp>
          <p:nvSpPr>
            <p:cNvPr id="11" name="오른쪽 화살표 10"/>
            <p:cNvSpPr/>
            <p:nvPr/>
          </p:nvSpPr>
          <p:spPr>
            <a:xfrm>
              <a:off x="1059052" y="1521316"/>
              <a:ext cx="292135" cy="34174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오른쪽 화살표 4"/>
            <p:cNvSpPr/>
            <p:nvPr/>
          </p:nvSpPr>
          <p:spPr>
            <a:xfrm>
              <a:off x="1059052" y="1589665"/>
              <a:ext cx="204495" cy="2050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889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100" kern="1200" dirty="0"/>
            </a:p>
          </p:txBody>
        </p:sp>
      </p:grp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782224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42909" y="1124744"/>
            <a:ext cx="43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2) </a:t>
            </a:r>
            <a:r>
              <a:rPr lang="ko-KR" altLang="en-US" b="1" dirty="0" smtClean="0"/>
              <a:t> 전산실 아웃소싱 사업</a:t>
            </a:r>
            <a:endParaRPr lang="ko-KR" altLang="en-US" b="1" dirty="0"/>
          </a:p>
        </p:txBody>
      </p:sp>
      <p:graphicFrame>
        <p:nvGraphicFramePr>
          <p:cNvPr id="11" name="다이어그램 10"/>
          <p:cNvGraphicFramePr/>
          <p:nvPr/>
        </p:nvGraphicFramePr>
        <p:xfrm>
          <a:off x="819200" y="3429000"/>
          <a:ext cx="4248472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026840" y="1700808"/>
            <a:ext cx="504056" cy="15121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정보시스템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602904" y="1700808"/>
            <a:ext cx="3536776" cy="1512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정보전략 계획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정보시스템 유지보수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정보시스템 개발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그룹웨어관리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웹사이터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419328" y="1700808"/>
            <a:ext cx="504056" cy="20882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시스템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995392" y="1700808"/>
            <a:ext cx="2600672" cy="20882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시스템 도입 계획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시스템 운영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DB </a:t>
            </a:r>
            <a:r>
              <a:rPr lang="ko-KR" altLang="en-US" dirty="0" smtClean="0">
                <a:solidFill>
                  <a:schemeClr val="tx1"/>
                </a:solidFill>
              </a:rPr>
              <a:t>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데이터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전산기기관리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27712" y="4005064"/>
            <a:ext cx="504056" cy="2088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네트워크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003776" y="4005064"/>
            <a:ext cx="2600672" cy="20882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ko-KR" altLang="en-US" dirty="0" smtClean="0">
                <a:solidFill>
                  <a:schemeClr val="tx1"/>
                </a:solidFill>
              </a:rPr>
              <a:t> 통신망 구축 계획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통신장비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통신망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사내 네트워크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통신관련 </a:t>
            </a:r>
            <a:r>
              <a:rPr lang="en-US" altLang="ko-KR" dirty="0" smtClean="0">
                <a:solidFill>
                  <a:schemeClr val="tx1"/>
                </a:solidFill>
              </a:rPr>
              <a:t>S/W</a:t>
            </a:r>
            <a:r>
              <a:rPr lang="ko-KR" altLang="en-US" dirty="0" smtClean="0">
                <a:solidFill>
                  <a:schemeClr val="tx1"/>
                </a:solidFill>
              </a:rPr>
              <a:t>관리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782224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2909" y="1124744"/>
            <a:ext cx="43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3) 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H/W, S/W  </a:t>
            </a:r>
            <a:r>
              <a:rPr lang="ko-KR" altLang="en-US" b="1" dirty="0" smtClean="0"/>
              <a:t>공급 및 유지보수 사업</a:t>
            </a:r>
            <a:endParaRPr lang="ko-KR" altLang="en-US" b="1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899592" y="1885280"/>
          <a:ext cx="748883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782224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2909" y="1124744"/>
            <a:ext cx="2350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4) </a:t>
            </a:r>
            <a:r>
              <a:rPr lang="ko-KR" altLang="en-US" b="1" dirty="0" smtClean="0"/>
              <a:t> 인력공급</a:t>
            </a:r>
            <a:r>
              <a:rPr lang="en-US" altLang="ko-KR" b="1" dirty="0" smtClean="0"/>
              <a:t>  </a:t>
            </a:r>
            <a:r>
              <a:rPr lang="ko-KR" altLang="en-US" b="1" dirty="0" smtClean="0"/>
              <a:t>사업</a:t>
            </a:r>
            <a:endParaRPr lang="ko-KR" altLang="en-US" b="1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539552" y="1772816"/>
          <a:ext cx="4176464" cy="4136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직사각형 5"/>
          <p:cNvSpPr/>
          <p:nvPr/>
        </p:nvSpPr>
        <p:spPr>
          <a:xfrm>
            <a:off x="4932040" y="1844824"/>
            <a:ext cx="3744416" cy="41764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  </a:t>
            </a:r>
            <a:r>
              <a:rPr lang="ko-KR" altLang="en-US" dirty="0" smtClean="0">
                <a:solidFill>
                  <a:schemeClr val="tx1"/>
                </a:solidFill>
              </a:rPr>
              <a:t>기술 분야별 전문인력을 확보하여 필요 시 즉시 투입하여 안정된 </a:t>
            </a:r>
            <a:r>
              <a:rPr lang="en-US" altLang="ko-KR" dirty="0" smtClean="0">
                <a:solidFill>
                  <a:schemeClr val="tx1"/>
                </a:solidFill>
              </a:rPr>
              <a:t>IT </a:t>
            </a:r>
            <a:r>
              <a:rPr lang="ko-KR" altLang="en-US" dirty="0" smtClean="0">
                <a:solidFill>
                  <a:schemeClr val="tx1"/>
                </a:solidFill>
              </a:rPr>
              <a:t>자원관리가 될 수 있도록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dirty="0" smtClean="0">
                <a:solidFill>
                  <a:schemeClr val="tx1"/>
                </a:solidFill>
              </a:rPr>
              <a:t>정보전략 기획 및 관리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dirty="0" smtClean="0">
                <a:solidFill>
                  <a:schemeClr val="tx1"/>
                </a:solidFill>
              </a:rPr>
              <a:t>정보시스템  운영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dirty="0" smtClean="0">
                <a:solidFill>
                  <a:schemeClr val="tx1"/>
                </a:solidFill>
              </a:rPr>
              <a:t>전산기기 엔지니어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dirty="0" smtClean="0">
                <a:solidFill>
                  <a:schemeClr val="tx1"/>
                </a:solidFill>
              </a:rPr>
              <a:t>개발자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ko-KR" altLang="en-US" dirty="0" smtClean="0">
                <a:solidFill>
                  <a:schemeClr val="tx1"/>
                </a:solidFill>
              </a:rPr>
              <a:t>컨설턴트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보유함으로 고객의 필요 시 즉시 대응할 수 있도록 고객의 안정된 지원체계 구축 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782224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2909" y="1124744"/>
            <a:ext cx="43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5) </a:t>
            </a:r>
            <a:r>
              <a:rPr lang="ko-KR" altLang="en-US" b="1" dirty="0" smtClean="0"/>
              <a:t> 정보시스템 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공급 및 유지보수 사업</a:t>
            </a:r>
            <a:endParaRPr lang="ko-KR" altLang="en-US" b="1" dirty="0"/>
          </a:p>
        </p:txBody>
      </p:sp>
      <p:sp>
        <p:nvSpPr>
          <p:cNvPr id="39" name="직사각형 38"/>
          <p:cNvSpPr/>
          <p:nvPr/>
        </p:nvSpPr>
        <p:spPr>
          <a:xfrm>
            <a:off x="1115616" y="2027312"/>
            <a:ext cx="4968552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77A4D5"/>
              </a:buClr>
              <a:buFontTx/>
              <a:buChar char="►"/>
            </a:pP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풍부한 </a:t>
            </a: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ERP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구축 및 개발 경험 </a:t>
            </a:r>
            <a:endParaRPr lang="en-US" altLang="ko-KR" sz="1400" b="1" u="sng" dirty="0" smtClean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다수 회사의 </a:t>
            </a:r>
            <a:r>
              <a:rPr lang="en-US" altLang="ko-KR" sz="1400" dirty="0" smtClean="0">
                <a:solidFill>
                  <a:schemeClr val="tx1"/>
                </a:solidFill>
              </a:rPr>
              <a:t>ERP </a:t>
            </a:r>
            <a:r>
              <a:rPr lang="ko-KR" altLang="en-US" sz="1400" dirty="0" smtClean="0">
                <a:solidFill>
                  <a:schemeClr val="tx1"/>
                </a:solidFill>
              </a:rPr>
              <a:t>시스템 개발 및 구축 경험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특정 산업 군에 대한 개발 경험 및 전문화</a:t>
            </a:r>
            <a:r>
              <a:rPr lang="en-US" altLang="ko-KR" sz="1400" dirty="0" smtClean="0">
                <a:solidFill>
                  <a:schemeClr val="tx1"/>
                </a:solidFill>
              </a:rPr>
              <a:t>( </a:t>
            </a:r>
            <a:r>
              <a:rPr lang="ko-KR" altLang="en-US" sz="1400" dirty="0" smtClean="0">
                <a:solidFill>
                  <a:schemeClr val="tx1"/>
                </a:solidFill>
              </a:rPr>
              <a:t>제조업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건설업 </a:t>
            </a:r>
            <a:r>
              <a:rPr lang="en-US" altLang="ko-KR" sz="1400" dirty="0" smtClean="0">
                <a:solidFill>
                  <a:schemeClr val="tx1"/>
                </a:solidFill>
              </a:rPr>
              <a:t>)</a:t>
            </a:r>
            <a:endParaRPr lang="ko-KR" altLang="en-US" sz="1400" b="1" dirty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115616" y="3789040"/>
            <a:ext cx="7200800" cy="23762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shade val="50000"/>
              </a:schemeClr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77A4D5"/>
              </a:buClr>
              <a:buFontTx/>
              <a:buChar char="►"/>
            </a:pP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기업업무 대한 전반적인 지식 </a:t>
            </a: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사용자 </a:t>
            </a: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Needs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파악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신속 정확한 장애진단을 통한 </a:t>
            </a:r>
            <a:r>
              <a:rPr lang="en-US" altLang="ko-KR" sz="1400" dirty="0" smtClean="0">
                <a:solidFill>
                  <a:schemeClr val="tx1"/>
                </a:solidFill>
              </a:rPr>
              <a:t>ERP </a:t>
            </a:r>
            <a:r>
              <a:rPr lang="ko-KR" altLang="en-US" sz="1400" dirty="0" smtClean="0">
                <a:solidFill>
                  <a:schemeClr val="tx1"/>
                </a:solidFill>
              </a:rPr>
              <a:t>서비스 수준의 향상 효과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End-User </a:t>
            </a:r>
            <a:r>
              <a:rPr lang="ko-KR" altLang="en-US" sz="1400" dirty="0" smtClean="0">
                <a:solidFill>
                  <a:schemeClr val="tx1"/>
                </a:solidFill>
              </a:rPr>
              <a:t>입장에서 어플리케이션 유지보수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ERP </a:t>
            </a:r>
            <a:r>
              <a:rPr lang="ko-KR" altLang="en-US" sz="1400" dirty="0" smtClean="0">
                <a:solidFill>
                  <a:schemeClr val="tx1"/>
                </a:solidFill>
              </a:rPr>
              <a:t>애플리케이션 성능에 대한 전반적인 상황을 모니터링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진단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1400" b="1" u="sng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기업 특성에 따른 패키지 한계를 극복 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산업 군의 특성에 맞는 모듈 확장</a:t>
            </a:r>
            <a:r>
              <a:rPr lang="en-US" altLang="ko-KR" sz="1400" dirty="0" smtClean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 </a:t>
            </a:r>
            <a:r>
              <a:rPr lang="ko-KR" altLang="en-US" sz="1400" dirty="0" smtClean="0">
                <a:solidFill>
                  <a:schemeClr val="tx1"/>
                </a:solidFill>
              </a:rPr>
              <a:t>제조업</a:t>
            </a:r>
            <a:r>
              <a:rPr lang="en-US" altLang="ko-KR" sz="1400" dirty="0" smtClean="0">
                <a:solidFill>
                  <a:schemeClr val="tx1"/>
                </a:solidFill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</a:rPr>
              <a:t>건설업 및 관련업종 경험을 가진 기술자로 유지보수 최적화를 지원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슬라이드 번호 개체 틀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1115616" y="1628800"/>
            <a:ext cx="309634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ko-KR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ERP SI </a:t>
            </a:r>
            <a:r>
              <a:rPr lang="ko-KR" altLang="en-US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사업</a:t>
            </a:r>
            <a:endParaRPr lang="ko-KR" altLang="en-US" b="1" dirty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15616" y="3356992"/>
            <a:ext cx="3096344" cy="36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ko-KR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ERP </a:t>
            </a:r>
            <a:r>
              <a:rPr lang="ko-KR" altLang="en-US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유지보수 사업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196752"/>
            <a:ext cx="2200564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043608" y="2132856"/>
            <a:ext cx="4680520" cy="3960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0000"/>
              </a:lnSpc>
              <a:spcBef>
                <a:spcPct val="0"/>
              </a:spcBef>
              <a:buClr>
                <a:srgbClr val="77A4D5"/>
              </a:buClr>
              <a:buFontTx/>
              <a:buChar char="►"/>
            </a:pPr>
            <a:r>
              <a:rPr lang="en-US" altLang="ko-KR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고객의 특수한 비즈니스 상황에 적합한 </a:t>
            </a:r>
            <a:endParaRPr lang="en-US" altLang="ko-KR" sz="1400" b="1" dirty="0" smtClean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77A4D5"/>
              </a:buClr>
            </a:pPr>
            <a:r>
              <a:rPr lang="en-US" altLang="ko-KR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최적의 </a:t>
            </a:r>
            <a:r>
              <a:rPr lang="en-US" altLang="ko-KR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ERP </a:t>
            </a:r>
            <a:r>
              <a:rPr lang="ko-KR" altLang="en-US" sz="14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전문 컨설팅 제공</a:t>
            </a:r>
            <a:endParaRPr lang="en-US" altLang="ko-KR" sz="1400" b="1" dirty="0" smtClean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>
                <a:srgbClr val="77A4D5"/>
              </a:buClr>
            </a:pPr>
            <a:endParaRPr lang="en-US" altLang="ko-KR" sz="1400" b="1" dirty="0" smtClean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en-US" altLang="ko-KR" sz="1400" dirty="0" smtClean="0">
                <a:solidFill>
                  <a:schemeClr val="tx1"/>
                </a:solidFill>
              </a:rPr>
              <a:t> eCBD (ERP Component Based Development)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</a:pPr>
            <a:r>
              <a:rPr lang="en-US" altLang="ko-KR" sz="1400" dirty="0" smtClean="0">
                <a:solidFill>
                  <a:schemeClr val="tx1"/>
                </a:solidFill>
              </a:rPr>
              <a:t>   </a:t>
            </a:r>
            <a:r>
              <a:rPr lang="ko-KR" altLang="en-US" sz="1400" dirty="0" smtClean="0">
                <a:solidFill>
                  <a:schemeClr val="tx1"/>
                </a:solidFill>
              </a:rPr>
              <a:t>개발 방법론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기업 특유의 업무처리에 따른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</a:pPr>
            <a:r>
              <a:rPr lang="en-US" altLang="ko-KR" sz="1400" dirty="0" smtClean="0">
                <a:solidFill>
                  <a:schemeClr val="tx1"/>
                </a:solidFill>
              </a:rPr>
              <a:t>  </a:t>
            </a:r>
            <a:r>
              <a:rPr lang="ko-KR" altLang="en-US" sz="1400" dirty="0" smtClean="0">
                <a:solidFill>
                  <a:schemeClr val="tx1"/>
                </a:solidFill>
              </a:rPr>
              <a:t> 프로세스의 처리 및 표준 </a:t>
            </a:r>
            <a:r>
              <a:rPr lang="en-US" altLang="ko-KR" sz="1400" dirty="0" smtClean="0">
                <a:solidFill>
                  <a:schemeClr val="tx1"/>
                </a:solidFill>
              </a:rPr>
              <a:t>Process </a:t>
            </a:r>
            <a:r>
              <a:rPr lang="ko-KR" altLang="en-US" sz="1400" dirty="0" smtClean="0">
                <a:solidFill>
                  <a:schemeClr val="tx1"/>
                </a:solidFill>
              </a:rPr>
              <a:t>제공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기업 표준 양식에 따른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</a:pPr>
            <a:r>
              <a:rPr lang="en-US" altLang="ko-KR" sz="1400" dirty="0" smtClean="0">
                <a:solidFill>
                  <a:schemeClr val="tx1"/>
                </a:solidFill>
              </a:rPr>
              <a:t>  </a:t>
            </a:r>
            <a:r>
              <a:rPr lang="ko-KR" altLang="en-US" sz="1400" dirty="0" smtClean="0">
                <a:solidFill>
                  <a:schemeClr val="tx1"/>
                </a:solidFill>
              </a:rPr>
              <a:t> </a:t>
            </a:r>
            <a:r>
              <a:rPr lang="en-US" altLang="ko-KR" sz="1400" dirty="0" smtClean="0">
                <a:solidFill>
                  <a:schemeClr val="tx1"/>
                </a:solidFill>
              </a:rPr>
              <a:t>Document</a:t>
            </a:r>
            <a:r>
              <a:rPr lang="ko-KR" altLang="en-US" sz="1400" dirty="0" smtClean="0">
                <a:solidFill>
                  <a:schemeClr val="tx1"/>
                </a:solidFill>
              </a:rPr>
              <a:t>와 </a:t>
            </a:r>
            <a:r>
              <a:rPr lang="en-US" altLang="ko-KR" sz="1400" dirty="0" smtClean="0">
                <a:solidFill>
                  <a:schemeClr val="tx1"/>
                </a:solidFill>
              </a:rPr>
              <a:t>Report </a:t>
            </a:r>
            <a:r>
              <a:rPr lang="ko-KR" altLang="en-US" sz="1400" dirty="0" smtClean="0">
                <a:solidFill>
                  <a:schemeClr val="tx1"/>
                </a:solidFill>
              </a:rPr>
              <a:t>제공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  <a:buFontTx/>
              <a:buChar char="•"/>
            </a:pPr>
            <a:r>
              <a:rPr lang="ko-KR" altLang="en-US" sz="1400" dirty="0" smtClean="0">
                <a:solidFill>
                  <a:schemeClr val="tx1"/>
                </a:solidFill>
              </a:rPr>
              <a:t> 기업 회계처리와 업무프로세스 </a:t>
            </a:r>
            <a:endParaRPr lang="en-US" altLang="ko-KR" sz="1400" dirty="0" smtClean="0">
              <a:solidFill>
                <a:schemeClr val="tx1"/>
              </a:solidFill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rgbClr val="77A4D5"/>
              </a:buClr>
            </a:pPr>
            <a:r>
              <a:rPr lang="en-US" altLang="ko-KR" sz="1400" dirty="0" smtClean="0">
                <a:solidFill>
                  <a:schemeClr val="tx1"/>
                </a:solidFill>
              </a:rPr>
              <a:t>  </a:t>
            </a:r>
            <a:r>
              <a:rPr lang="ko-KR" altLang="en-US" sz="1400" dirty="0" smtClean="0">
                <a:solidFill>
                  <a:schemeClr val="tx1"/>
                </a:solidFill>
              </a:rPr>
              <a:t>기준 제시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043608" y="1700808"/>
            <a:ext cx="3096344" cy="3600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lang="en-US" altLang="ko-KR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ERP </a:t>
            </a:r>
            <a:r>
              <a:rPr lang="ko-KR" altLang="en-US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컨설팅</a:t>
            </a: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3782224" cy="642942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4. </a:t>
            </a:r>
            <a:r>
              <a:rPr lang="ko-KR" altLang="en-US" sz="3600" dirty="0" smtClean="0"/>
              <a:t>주요 사업분야</a:t>
            </a:r>
            <a:endParaRPr lang="ko-KR" altLang="en-US" sz="3600" dirty="0"/>
          </a:p>
        </p:txBody>
      </p:sp>
      <p:sp>
        <p:nvSpPr>
          <p:cNvPr id="18" name="TextBox 17"/>
          <p:cNvSpPr txBox="1"/>
          <p:nvPr/>
        </p:nvSpPr>
        <p:spPr>
          <a:xfrm>
            <a:off x="642909" y="1124744"/>
            <a:ext cx="436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5) </a:t>
            </a:r>
            <a:r>
              <a:rPr lang="ko-KR" altLang="en-US" b="1" dirty="0" smtClean="0"/>
              <a:t> 정보시스템 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공급 및 유지보수 사업</a:t>
            </a:r>
            <a:endParaRPr lang="ko-KR" altLang="en-US" b="1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3630957"/>
            <a:ext cx="2442964" cy="2318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395536" y="214290"/>
            <a:ext cx="4646320" cy="642942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 smtClean="0"/>
              <a:t>5. </a:t>
            </a:r>
            <a:r>
              <a:rPr lang="ko-KR" altLang="en-US" sz="3600" dirty="0" smtClean="0"/>
              <a:t>주요거래처 현황</a:t>
            </a:r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4101" name="Picture 5" descr="C:\Program Files\Microsoft Office\MEDIA\CAGCAT10\j0336075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406" y="4221088"/>
            <a:ext cx="2529418" cy="2160239"/>
          </a:xfrm>
          <a:prstGeom prst="rect">
            <a:avLst/>
          </a:prstGeom>
          <a:noFill/>
        </p:spPr>
      </p:pic>
      <p:graphicFrame>
        <p:nvGraphicFramePr>
          <p:cNvPr id="8" name="다이어그램 7"/>
          <p:cNvGraphicFramePr/>
          <p:nvPr/>
        </p:nvGraphicFramePr>
        <p:xfrm>
          <a:off x="755576" y="1556792"/>
          <a:ext cx="784887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4358288" cy="642942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 smtClean="0"/>
              <a:t>6. </a:t>
            </a:r>
            <a:r>
              <a:rPr lang="ko-KR" altLang="en-US" sz="3600" dirty="0" smtClean="0"/>
              <a:t>협력업체</a:t>
            </a:r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5" name="다이어그램 4"/>
          <p:cNvGraphicFramePr/>
          <p:nvPr/>
        </p:nvGraphicFramePr>
        <p:xfrm>
          <a:off x="899592" y="2029296"/>
          <a:ext cx="741682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직사각형 5"/>
          <p:cNvSpPr/>
          <p:nvPr/>
        </p:nvSpPr>
        <p:spPr>
          <a:xfrm>
            <a:off x="827584" y="1412776"/>
            <a:ext cx="8064896" cy="9361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당사는 협력 사와 비즈니스 의 전략적 윈윈 관계를 유지하여 고객에게 최고 상품과 서비스를 제공하도록 최선을 다 하겠습니다</a:t>
            </a:r>
            <a:r>
              <a:rPr lang="en-US" altLang="ko-KR" b="1" dirty="0" smtClean="0">
                <a:solidFill>
                  <a:schemeClr val="tx1"/>
                </a:solidFill>
              </a:rPr>
              <a:t>.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779912" y="4797152"/>
            <a:ext cx="4320480" cy="1512168"/>
            <a:chOff x="3779912" y="4619525"/>
            <a:chExt cx="3888432" cy="1473771"/>
          </a:xfrm>
        </p:grpSpPr>
        <p:pic>
          <p:nvPicPr>
            <p:cNvPr id="5122" name="Picture 2" descr="C:\Program Files\Microsoft Office\MEDIA\CAGCAT10\j0158007.wmf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779912" y="5555629"/>
              <a:ext cx="3888432" cy="537667"/>
            </a:xfrm>
            <a:prstGeom prst="rect">
              <a:avLst/>
            </a:prstGeom>
            <a:noFill/>
          </p:spPr>
        </p:pic>
        <p:pic>
          <p:nvPicPr>
            <p:cNvPr id="5125" name="Picture 5" descr="C:\Program Files\Microsoft Office\MEDIA\CAGCAT10\j0212957.wmf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189643" y="4619525"/>
              <a:ext cx="1830629" cy="1149401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4358288" cy="642942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/>
              <a:t>7</a:t>
            </a:r>
            <a:r>
              <a:rPr lang="en-US" altLang="ko-KR" sz="3600" dirty="0" smtClean="0"/>
              <a:t>. </a:t>
            </a:r>
            <a:r>
              <a:rPr lang="ko-KR" altLang="en-US" sz="3600" dirty="0" smtClean="0"/>
              <a:t>향후 발전 계획</a:t>
            </a:r>
            <a:endParaRPr lang="ko-KR" altLang="en-US" sz="3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571958" y="6500264"/>
            <a:ext cx="369066" cy="200797"/>
          </a:xfrm>
        </p:spPr>
        <p:txBody>
          <a:bodyPr/>
          <a:lstStyle/>
          <a:p>
            <a:fld id="{8965A288-3A62-4E24-9DA6-DC75814E5FB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11560" y="1556792"/>
            <a:ext cx="4536504" cy="46085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algn="l" rotWithShape="0">
              <a:schemeClr val="tx2">
                <a:lumMod val="40000"/>
                <a:lumOff val="60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  </a:t>
            </a:r>
            <a:r>
              <a:rPr lang="ko-KR" altLang="en-US" sz="1700" dirty="0" smtClean="0">
                <a:solidFill>
                  <a:schemeClr val="tx1"/>
                </a:solidFill>
              </a:rPr>
              <a:t>당사는 </a:t>
            </a:r>
            <a:r>
              <a:rPr lang="en-US" altLang="ko-KR" sz="1700" dirty="0" smtClean="0">
                <a:solidFill>
                  <a:schemeClr val="tx1"/>
                </a:solidFill>
              </a:rPr>
              <a:t>IT </a:t>
            </a:r>
            <a:r>
              <a:rPr lang="ko-KR" altLang="en-US" sz="1700" dirty="0" smtClean="0">
                <a:solidFill>
                  <a:schemeClr val="tx1"/>
                </a:solidFill>
              </a:rPr>
              <a:t>아웃소싱 전문 기업으로서 고객의 </a:t>
            </a:r>
            <a:r>
              <a:rPr lang="en-US" altLang="ko-KR" sz="1700" dirty="0" smtClean="0">
                <a:solidFill>
                  <a:schemeClr val="tx1"/>
                </a:solidFill>
              </a:rPr>
              <a:t>IT</a:t>
            </a:r>
            <a:r>
              <a:rPr lang="ko-KR" altLang="en-US" sz="1700" dirty="0" smtClean="0">
                <a:solidFill>
                  <a:schemeClr val="tx1"/>
                </a:solidFill>
              </a:rPr>
              <a:t>자산 기획</a:t>
            </a:r>
            <a:r>
              <a:rPr lang="en-US" altLang="ko-KR" sz="1700" dirty="0" smtClean="0">
                <a:solidFill>
                  <a:schemeClr val="tx1"/>
                </a:solidFill>
              </a:rPr>
              <a:t>, </a:t>
            </a:r>
            <a:r>
              <a:rPr lang="ko-KR" altLang="en-US" sz="1700" dirty="0" smtClean="0">
                <a:solidFill>
                  <a:schemeClr val="tx1"/>
                </a:solidFill>
              </a:rPr>
              <a:t>운용</a:t>
            </a:r>
            <a:r>
              <a:rPr lang="en-US" altLang="ko-KR" sz="1700" dirty="0" smtClean="0">
                <a:solidFill>
                  <a:schemeClr val="tx1"/>
                </a:solidFill>
              </a:rPr>
              <a:t>, </a:t>
            </a:r>
            <a:r>
              <a:rPr lang="ko-KR" altLang="en-US" sz="1700" dirty="0" smtClean="0">
                <a:solidFill>
                  <a:schemeClr val="tx1"/>
                </a:solidFill>
              </a:rPr>
              <a:t>관리</a:t>
            </a:r>
            <a:r>
              <a:rPr lang="en-US" altLang="ko-KR" sz="1700" dirty="0" smtClean="0">
                <a:solidFill>
                  <a:schemeClr val="tx1"/>
                </a:solidFill>
              </a:rPr>
              <a:t>, </a:t>
            </a:r>
            <a:r>
              <a:rPr lang="ko-KR" altLang="en-US" sz="1700" dirty="0" smtClean="0">
                <a:solidFill>
                  <a:schemeClr val="tx1"/>
                </a:solidFill>
              </a:rPr>
              <a:t>투자 등의 업무처리를 전문업체에서 수행함 을로서 고객은 안전하게 기업활동에 만 기여할 수 있도록   </a:t>
            </a:r>
            <a:endParaRPr lang="en-US" altLang="ko-KR" sz="1700" dirty="0" smtClean="0">
              <a:solidFill>
                <a:schemeClr val="tx1"/>
              </a:solidFill>
            </a:endParaRPr>
          </a:p>
          <a:p>
            <a:endParaRPr lang="en-US" altLang="ko-KR" sz="1700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ko-KR" altLang="en-US" sz="17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700" b="1" dirty="0" smtClean="0">
                <a:solidFill>
                  <a:schemeClr val="tx1"/>
                </a:solidFill>
              </a:rPr>
              <a:t>IT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자원관리 방안 연구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altLang="ko-KR" sz="1700" b="1" dirty="0" smtClean="0">
                <a:solidFill>
                  <a:schemeClr val="tx1"/>
                </a:solidFill>
              </a:rPr>
              <a:t> IT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자원관리 소프트웨어 개발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altLang="ko-KR" sz="1700" b="1" dirty="0" smtClean="0">
                <a:solidFill>
                  <a:schemeClr val="tx1"/>
                </a:solidFill>
              </a:rPr>
              <a:t> IT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자원관리 인력 육성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altLang="ko-KR" sz="1700" b="1" dirty="0" smtClean="0">
                <a:solidFill>
                  <a:schemeClr val="tx1"/>
                </a:solidFill>
              </a:rPr>
              <a:t> IT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자원관리 신 기술 연구 및 도입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altLang="ko-KR" sz="1700" b="1" dirty="0" smtClean="0">
                <a:solidFill>
                  <a:schemeClr val="tx1"/>
                </a:solidFill>
              </a:rPr>
              <a:t> IT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자원의 투자 및 성과 연구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altLang="ko-KR" sz="17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700" b="1" dirty="0" smtClean="0">
                <a:solidFill>
                  <a:schemeClr val="tx1"/>
                </a:solidFill>
              </a:rPr>
              <a:t>전국 네트워크 구축 등</a:t>
            </a:r>
            <a:endParaRPr lang="en-US" altLang="ko-KR" sz="1700" b="1" dirty="0" smtClean="0">
              <a:solidFill>
                <a:schemeClr val="tx1"/>
              </a:solidFill>
            </a:endParaRPr>
          </a:p>
          <a:p>
            <a:endParaRPr lang="en-US" altLang="ko-KR" sz="1700" dirty="0" smtClean="0">
              <a:solidFill>
                <a:schemeClr val="tx1"/>
              </a:solidFill>
            </a:endParaRPr>
          </a:p>
          <a:p>
            <a:r>
              <a:rPr lang="en-US" altLang="ko-KR" sz="1700" dirty="0" smtClean="0">
                <a:solidFill>
                  <a:schemeClr val="tx1"/>
                </a:solidFill>
              </a:rPr>
              <a:t>  </a:t>
            </a:r>
            <a:r>
              <a:rPr lang="ko-KR" altLang="en-US" sz="1700" dirty="0" smtClean="0">
                <a:solidFill>
                  <a:schemeClr val="tx1"/>
                </a:solidFill>
              </a:rPr>
              <a:t>향상 고객 </a:t>
            </a:r>
            <a:r>
              <a:rPr lang="en-US" altLang="ko-KR" sz="1700" dirty="0" smtClean="0">
                <a:solidFill>
                  <a:schemeClr val="tx1"/>
                </a:solidFill>
              </a:rPr>
              <a:t>IT</a:t>
            </a:r>
            <a:r>
              <a:rPr lang="ko-KR" altLang="en-US" sz="1700" dirty="0" smtClean="0">
                <a:solidFill>
                  <a:schemeClr val="tx1"/>
                </a:solidFill>
              </a:rPr>
              <a:t>자산이 안전하고 효과적으로 관리 운용될 수 있도록 지속 연구 개발하며</a:t>
            </a:r>
            <a:r>
              <a:rPr lang="en-US" altLang="ko-KR" sz="1700" dirty="0" smtClean="0">
                <a:solidFill>
                  <a:schemeClr val="tx1"/>
                </a:solidFill>
              </a:rPr>
              <a:t>,</a:t>
            </a:r>
            <a:r>
              <a:rPr lang="ko-KR" altLang="en-US" sz="1700" dirty="0" smtClean="0">
                <a:solidFill>
                  <a:schemeClr val="tx1"/>
                </a:solidFill>
              </a:rPr>
              <a:t>국내 최고 </a:t>
            </a:r>
            <a:r>
              <a:rPr lang="en-US" altLang="ko-KR" sz="1700" dirty="0" smtClean="0">
                <a:solidFill>
                  <a:schemeClr val="tx1"/>
                </a:solidFill>
              </a:rPr>
              <a:t>IT </a:t>
            </a:r>
            <a:r>
              <a:rPr lang="ko-KR" altLang="en-US" sz="1700" dirty="0" smtClean="0">
                <a:solidFill>
                  <a:schemeClr val="tx1"/>
                </a:solidFill>
              </a:rPr>
              <a:t>아웃소싱 전문기업으로서 자리매김하고</a:t>
            </a:r>
            <a:r>
              <a:rPr lang="en-US" altLang="ko-KR" sz="1700" dirty="0" smtClean="0">
                <a:solidFill>
                  <a:schemeClr val="tx1"/>
                </a:solidFill>
              </a:rPr>
              <a:t>, </a:t>
            </a:r>
            <a:r>
              <a:rPr lang="ko-KR" altLang="en-US" sz="1700" dirty="0" smtClean="0">
                <a:solidFill>
                  <a:schemeClr val="tx1"/>
                </a:solidFill>
              </a:rPr>
              <a:t>세계 속 기업으로 성장하고자 한다</a:t>
            </a:r>
            <a:r>
              <a:rPr lang="en-US" altLang="ko-KR" sz="1700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26" name="Picture 2" descr="C:\Users\류시채\AppData\Local\Microsoft\Windows\Temporary Internet Files\Content.IE5\EJE1BVCC\MP900385522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556792"/>
            <a:ext cx="3291794" cy="4608512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 prstMaterial="metal"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5A288-3A62-4E24-9DA6-DC75814E5FB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세로로 말린 두루마리 모양 4"/>
          <p:cNvSpPr/>
          <p:nvPr/>
        </p:nvSpPr>
        <p:spPr>
          <a:xfrm>
            <a:off x="755576" y="1484784"/>
            <a:ext cx="4824536" cy="4320480"/>
          </a:xfrm>
          <a:prstGeom prst="verticalScroll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shape">
              <a:fillToRect l="50000" t="50000" r="50000" b="50000"/>
            </a:path>
            <a:tileRect/>
          </a:gradFill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v"/>
            </a:pPr>
            <a:r>
              <a:rPr lang="ko-KR" altLang="en-US" b="1" dirty="0" smtClean="0">
                <a:solidFill>
                  <a:schemeClr val="tx2">
                    <a:lumMod val="75000"/>
                  </a:schemeClr>
                </a:solidFill>
              </a:rPr>
              <a:t> 오늘 이 자리가 귀사와 좋은 인연의 시간이 되었으면 합니다</a:t>
            </a:r>
            <a:r>
              <a:rPr lang="en-US" altLang="ko-KR" b="1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>
              <a:buFont typeface="Wingdings" pitchFamily="2" charset="2"/>
              <a:buChar char="v"/>
            </a:pPr>
            <a:endParaRPr lang="en-US" altLang="ko-KR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en-US" altLang="ko-KR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ko-KR" altLang="en-US" b="1" dirty="0" smtClean="0">
                <a:solidFill>
                  <a:schemeClr val="tx2">
                    <a:lumMod val="75000"/>
                  </a:schemeClr>
                </a:solidFill>
              </a:rPr>
              <a:t>당사가 귀사의 전산관련 일을 할 수 있는 기회를 주신다면  귀사 발전에 도움이 되도록 최선을 다하겠습니다</a:t>
            </a:r>
            <a:r>
              <a:rPr lang="en-US" altLang="ko-KR" b="1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pPr>
              <a:buFont typeface="Wingdings" pitchFamily="2" charset="2"/>
              <a:buChar char="v"/>
            </a:pPr>
            <a:endParaRPr lang="en-US" altLang="ko-KR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Font typeface="Wingdings" pitchFamily="2" charset="2"/>
              <a:buChar char="v"/>
            </a:pPr>
            <a:r>
              <a:rPr lang="ko-KR" altLang="en-US" b="1" dirty="0" smtClean="0">
                <a:solidFill>
                  <a:schemeClr val="tx2">
                    <a:lumMod val="75000"/>
                  </a:schemeClr>
                </a:solidFill>
              </a:rPr>
              <a:t> 귀중한 시간 내주셔서 감사 합니다</a:t>
            </a:r>
            <a:r>
              <a:rPr lang="en-US" altLang="ko-KR" b="1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  <a:r>
              <a:rPr lang="ko-KR" altLang="en-US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ko-KR" alt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147" name="Picture 3" descr="C:\Program Files\Microsoft Office\MEDIA\CAGCAT10\j0199661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2879338"/>
            <a:ext cx="3096344" cy="2993134"/>
          </a:xfrm>
          <a:prstGeom prst="rect">
            <a:avLst/>
          </a:prstGeom>
          <a:noFill/>
          <a:effectLst>
            <a:innerShdw blurRad="63500" dist="50800" dir="189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</p:pic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85720" y="214290"/>
            <a:ext cx="4358288" cy="642942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dirty="0" smtClean="0"/>
              <a:t>  </a:t>
            </a:r>
            <a:r>
              <a:rPr lang="ko-KR" altLang="en-US" sz="3600" b="1" dirty="0" smtClean="0"/>
              <a:t>감사 합니다</a:t>
            </a:r>
            <a:r>
              <a:rPr lang="en-US" altLang="ko-KR" sz="3600" b="1" dirty="0" smtClean="0"/>
              <a:t>.</a:t>
            </a:r>
            <a:endParaRPr lang="ko-KR" altLang="en-US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3081</TotalTime>
  <Words>1134</Words>
  <Application>Microsoft Office PowerPoint</Application>
  <PresentationFormat>화면 슬라이드 쇼(4:3)</PresentationFormat>
  <Paragraphs>277</Paragraphs>
  <Slides>18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디자인 사용자 지정</vt:lpstr>
      <vt:lpstr>Office 테마</vt:lpstr>
      <vt:lpstr> 대산정보기술을 소개 합니다</vt:lpstr>
      <vt:lpstr>◀ 목 차 ▶</vt:lpstr>
      <vt:lpstr>1. 개요</vt:lpstr>
      <vt:lpstr>1. 개요</vt:lpstr>
      <vt:lpstr>1. 개요</vt:lpstr>
      <vt:lpstr>1. 개요</vt:lpstr>
      <vt:lpstr>2. 회사비전</vt:lpstr>
      <vt:lpstr>3. 회사목표</vt:lpstr>
      <vt:lpstr>4. 주요 사업분야</vt:lpstr>
      <vt:lpstr>4. 주요 사업분야</vt:lpstr>
      <vt:lpstr>4. 주요 사업분야</vt:lpstr>
      <vt:lpstr>4. 주요 사업분야</vt:lpstr>
      <vt:lpstr>4. 주요 사업분야</vt:lpstr>
      <vt:lpstr>4. 주요 사업분야</vt:lpstr>
      <vt:lpstr>5. 주요거래처 현황</vt:lpstr>
      <vt:lpstr>6. 협력업체</vt:lpstr>
      <vt:lpstr>7. 향후 발전 계획</vt:lpstr>
      <vt:lpstr>  감사 합니다.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대산</dc:creator>
  <cp:lastModifiedBy>류시채</cp:lastModifiedBy>
  <cp:revision>337</cp:revision>
  <dcterms:created xsi:type="dcterms:W3CDTF">2010-01-07T08:19:00Z</dcterms:created>
  <dcterms:modified xsi:type="dcterms:W3CDTF">2010-08-05T00:41:06Z</dcterms:modified>
</cp:coreProperties>
</file>